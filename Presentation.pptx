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648F9F4-0A4A-4D8A-9897-5C369A622E28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6EC6974-EAC5-49E4-B660-CDF4E10FDBA9}">
      <dgm:prSet/>
      <dgm:spPr/>
      <dgm:t>
        <a:bodyPr/>
        <a:lstStyle/>
        <a:p>
          <a:r>
            <a:rPr lang="en-US" dirty="0"/>
            <a:t>Fake news spreads rapidly on social media</a:t>
          </a:r>
        </a:p>
      </dgm:t>
    </dgm:pt>
    <dgm:pt modelId="{598C6BA8-D705-4886-9006-C48A0D0A67F2}" type="parTrans" cxnId="{B9499CE3-64BD-4403-AADF-D874D79FE117}">
      <dgm:prSet/>
      <dgm:spPr/>
      <dgm:t>
        <a:bodyPr/>
        <a:lstStyle/>
        <a:p>
          <a:endParaRPr lang="en-US"/>
        </a:p>
      </dgm:t>
    </dgm:pt>
    <dgm:pt modelId="{2B52AA2C-74EF-4F0C-90C9-AF3B4B0CF7DE}" type="sibTrans" cxnId="{B9499CE3-64BD-4403-AADF-D874D79FE117}">
      <dgm:prSet/>
      <dgm:spPr/>
      <dgm:t>
        <a:bodyPr/>
        <a:lstStyle/>
        <a:p>
          <a:endParaRPr lang="en-US"/>
        </a:p>
      </dgm:t>
    </dgm:pt>
    <dgm:pt modelId="{04984EE2-774F-4165-B406-84B5786F5B98}">
      <dgm:prSet/>
      <dgm:spPr/>
      <dgm:t>
        <a:bodyPr/>
        <a:lstStyle/>
        <a:p>
          <a:r>
            <a:rPr lang="en-US" dirty="0"/>
            <a:t>Difficult to manually verify authenticity</a:t>
          </a:r>
        </a:p>
      </dgm:t>
    </dgm:pt>
    <dgm:pt modelId="{8B7055C9-084A-4267-8AC9-1636DB4868DE}" type="parTrans" cxnId="{FE698CB2-9FE0-4B62-ADE7-58153AAF78B4}">
      <dgm:prSet/>
      <dgm:spPr/>
      <dgm:t>
        <a:bodyPr/>
        <a:lstStyle/>
        <a:p>
          <a:endParaRPr lang="en-US"/>
        </a:p>
      </dgm:t>
    </dgm:pt>
    <dgm:pt modelId="{120D40D5-C1DA-4160-A42A-AFE98D818A89}" type="sibTrans" cxnId="{FE698CB2-9FE0-4B62-ADE7-58153AAF78B4}">
      <dgm:prSet/>
      <dgm:spPr/>
      <dgm:t>
        <a:bodyPr/>
        <a:lstStyle/>
        <a:p>
          <a:endParaRPr lang="en-US"/>
        </a:p>
      </dgm:t>
    </dgm:pt>
    <dgm:pt modelId="{2DDAC2BE-2BCB-40DE-84A7-ACF919006C3C}">
      <dgm:prSet/>
      <dgm:spPr/>
      <dgm:t>
        <a:bodyPr/>
        <a:lstStyle/>
        <a:p>
          <a:r>
            <a:rPr lang="en-US" dirty="0"/>
            <a:t>Aim: Build an ML system to detect Fake vs Real news</a:t>
          </a:r>
        </a:p>
      </dgm:t>
    </dgm:pt>
    <dgm:pt modelId="{7329DF6D-513E-4B93-95C5-0F629D1AB751}" type="parTrans" cxnId="{575EC4B4-B84D-4F26-86D6-36DF56119511}">
      <dgm:prSet/>
      <dgm:spPr/>
      <dgm:t>
        <a:bodyPr/>
        <a:lstStyle/>
        <a:p>
          <a:endParaRPr lang="en-US"/>
        </a:p>
      </dgm:t>
    </dgm:pt>
    <dgm:pt modelId="{4AA7451A-330F-4D1D-8EE5-FA202DE79F0C}" type="sibTrans" cxnId="{575EC4B4-B84D-4F26-86D6-36DF56119511}">
      <dgm:prSet/>
      <dgm:spPr/>
      <dgm:t>
        <a:bodyPr/>
        <a:lstStyle/>
        <a:p>
          <a:endParaRPr lang="en-US"/>
        </a:p>
      </dgm:t>
    </dgm:pt>
    <dgm:pt modelId="{0D14E472-069D-4E59-8C86-9103B89686BC}">
      <dgm:prSet/>
      <dgm:spPr/>
      <dgm:t>
        <a:bodyPr/>
        <a:lstStyle/>
        <a:p>
          <a:r>
            <a:rPr lang="en-US" dirty="0"/>
            <a:t>Deployed using Flask on localhost</a:t>
          </a:r>
        </a:p>
      </dgm:t>
    </dgm:pt>
    <dgm:pt modelId="{75DA3F8E-69CA-45BA-8D74-6E7AEDC1503F}" type="parTrans" cxnId="{F1C4B6DF-116F-4FEC-82B6-4A9A6F580CEA}">
      <dgm:prSet/>
      <dgm:spPr/>
      <dgm:t>
        <a:bodyPr/>
        <a:lstStyle/>
        <a:p>
          <a:endParaRPr lang="en-US"/>
        </a:p>
      </dgm:t>
    </dgm:pt>
    <dgm:pt modelId="{83D99AE8-0447-4668-9FA8-7C9C8E7CFE0F}" type="sibTrans" cxnId="{F1C4B6DF-116F-4FEC-82B6-4A9A6F580CEA}">
      <dgm:prSet/>
      <dgm:spPr/>
      <dgm:t>
        <a:bodyPr/>
        <a:lstStyle/>
        <a:p>
          <a:endParaRPr lang="en-US"/>
        </a:p>
      </dgm:t>
    </dgm:pt>
    <dgm:pt modelId="{FB4C7E07-A2CA-48AE-A873-34B97E57131D}" type="pres">
      <dgm:prSet presAssocID="{3648F9F4-0A4A-4D8A-9897-5C369A622E28}" presName="vert0" presStyleCnt="0">
        <dgm:presLayoutVars>
          <dgm:dir/>
          <dgm:animOne val="branch"/>
          <dgm:animLvl val="lvl"/>
        </dgm:presLayoutVars>
      </dgm:prSet>
      <dgm:spPr/>
    </dgm:pt>
    <dgm:pt modelId="{FE074B15-F76F-48CB-9174-67D2DE81308F}" type="pres">
      <dgm:prSet presAssocID="{26EC6974-EAC5-49E4-B660-CDF4E10FDBA9}" presName="thickLine" presStyleLbl="alignNode1" presStyleIdx="0" presStyleCnt="4"/>
      <dgm:spPr/>
    </dgm:pt>
    <dgm:pt modelId="{E74619D1-2FCF-47CB-A25D-202F57FA8A1D}" type="pres">
      <dgm:prSet presAssocID="{26EC6974-EAC5-49E4-B660-CDF4E10FDBA9}" presName="horz1" presStyleCnt="0"/>
      <dgm:spPr/>
    </dgm:pt>
    <dgm:pt modelId="{8A090FDD-CFE9-4A81-A4E2-4C5D2771D044}" type="pres">
      <dgm:prSet presAssocID="{26EC6974-EAC5-49E4-B660-CDF4E10FDBA9}" presName="tx1" presStyleLbl="revTx" presStyleIdx="0" presStyleCnt="4"/>
      <dgm:spPr/>
    </dgm:pt>
    <dgm:pt modelId="{F653A616-A52D-4415-8940-B162DB16BE79}" type="pres">
      <dgm:prSet presAssocID="{26EC6974-EAC5-49E4-B660-CDF4E10FDBA9}" presName="vert1" presStyleCnt="0"/>
      <dgm:spPr/>
    </dgm:pt>
    <dgm:pt modelId="{86B18932-EE3E-4FC4-87D4-96BC340B9E07}" type="pres">
      <dgm:prSet presAssocID="{04984EE2-774F-4165-B406-84B5786F5B98}" presName="thickLine" presStyleLbl="alignNode1" presStyleIdx="1" presStyleCnt="4"/>
      <dgm:spPr/>
    </dgm:pt>
    <dgm:pt modelId="{8C1EA526-C402-4525-8AD1-FFC7433AD71E}" type="pres">
      <dgm:prSet presAssocID="{04984EE2-774F-4165-B406-84B5786F5B98}" presName="horz1" presStyleCnt="0"/>
      <dgm:spPr/>
    </dgm:pt>
    <dgm:pt modelId="{682C692F-F77C-4085-A848-4AF5BC4E5AF3}" type="pres">
      <dgm:prSet presAssocID="{04984EE2-774F-4165-B406-84B5786F5B98}" presName="tx1" presStyleLbl="revTx" presStyleIdx="1" presStyleCnt="4"/>
      <dgm:spPr/>
    </dgm:pt>
    <dgm:pt modelId="{2F880A44-C452-4AE4-91CD-EF90ADDAE7FF}" type="pres">
      <dgm:prSet presAssocID="{04984EE2-774F-4165-B406-84B5786F5B98}" presName="vert1" presStyleCnt="0"/>
      <dgm:spPr/>
    </dgm:pt>
    <dgm:pt modelId="{80863BC1-FFA4-4D8A-8B2F-CF180483D952}" type="pres">
      <dgm:prSet presAssocID="{2DDAC2BE-2BCB-40DE-84A7-ACF919006C3C}" presName="thickLine" presStyleLbl="alignNode1" presStyleIdx="2" presStyleCnt="4"/>
      <dgm:spPr/>
    </dgm:pt>
    <dgm:pt modelId="{42AE5A42-4BE2-476A-BDA7-87988BFC4A71}" type="pres">
      <dgm:prSet presAssocID="{2DDAC2BE-2BCB-40DE-84A7-ACF919006C3C}" presName="horz1" presStyleCnt="0"/>
      <dgm:spPr/>
    </dgm:pt>
    <dgm:pt modelId="{C20ECC49-2E04-40E6-9279-0235C461A845}" type="pres">
      <dgm:prSet presAssocID="{2DDAC2BE-2BCB-40DE-84A7-ACF919006C3C}" presName="tx1" presStyleLbl="revTx" presStyleIdx="2" presStyleCnt="4"/>
      <dgm:spPr/>
    </dgm:pt>
    <dgm:pt modelId="{B5D401DF-EAD6-4E42-9EE0-0A0E1E55FFC7}" type="pres">
      <dgm:prSet presAssocID="{2DDAC2BE-2BCB-40DE-84A7-ACF919006C3C}" presName="vert1" presStyleCnt="0"/>
      <dgm:spPr/>
    </dgm:pt>
    <dgm:pt modelId="{5601016C-EAED-46FA-90F0-80364A6F4EFA}" type="pres">
      <dgm:prSet presAssocID="{0D14E472-069D-4E59-8C86-9103B89686BC}" presName="thickLine" presStyleLbl="alignNode1" presStyleIdx="3" presStyleCnt="4"/>
      <dgm:spPr/>
    </dgm:pt>
    <dgm:pt modelId="{FD941E1F-35AF-426D-807C-88EF8A42D6A1}" type="pres">
      <dgm:prSet presAssocID="{0D14E472-069D-4E59-8C86-9103B89686BC}" presName="horz1" presStyleCnt="0"/>
      <dgm:spPr/>
    </dgm:pt>
    <dgm:pt modelId="{C91AB084-1214-4006-BEAB-7251F1304EF4}" type="pres">
      <dgm:prSet presAssocID="{0D14E472-069D-4E59-8C86-9103B89686BC}" presName="tx1" presStyleLbl="revTx" presStyleIdx="3" presStyleCnt="4"/>
      <dgm:spPr/>
    </dgm:pt>
    <dgm:pt modelId="{5CA99855-D204-42A7-8781-05DC73E47A98}" type="pres">
      <dgm:prSet presAssocID="{0D14E472-069D-4E59-8C86-9103B89686BC}" presName="vert1" presStyleCnt="0"/>
      <dgm:spPr/>
    </dgm:pt>
  </dgm:ptLst>
  <dgm:cxnLst>
    <dgm:cxn modelId="{39981E14-1332-4F4E-9D37-C3F9B6C0B7E5}" type="presOf" srcId="{2DDAC2BE-2BCB-40DE-84A7-ACF919006C3C}" destId="{C20ECC49-2E04-40E6-9279-0235C461A845}" srcOrd="0" destOrd="0" presId="urn:microsoft.com/office/officeart/2008/layout/LinedList"/>
    <dgm:cxn modelId="{E4DF5723-FBBB-4701-84EB-BD0E5D03B1EF}" type="presOf" srcId="{0D14E472-069D-4E59-8C86-9103B89686BC}" destId="{C91AB084-1214-4006-BEAB-7251F1304EF4}" srcOrd="0" destOrd="0" presId="urn:microsoft.com/office/officeart/2008/layout/LinedList"/>
    <dgm:cxn modelId="{54643D66-B5A2-48F7-9FF6-71C950E1A401}" type="presOf" srcId="{26EC6974-EAC5-49E4-B660-CDF4E10FDBA9}" destId="{8A090FDD-CFE9-4A81-A4E2-4C5D2771D044}" srcOrd="0" destOrd="0" presId="urn:microsoft.com/office/officeart/2008/layout/LinedList"/>
    <dgm:cxn modelId="{8DFC9869-D657-4376-8FE9-E3B9099229D9}" type="presOf" srcId="{3648F9F4-0A4A-4D8A-9897-5C369A622E28}" destId="{FB4C7E07-A2CA-48AE-A873-34B97E57131D}" srcOrd="0" destOrd="0" presId="urn:microsoft.com/office/officeart/2008/layout/LinedList"/>
    <dgm:cxn modelId="{79362F6A-685E-448B-823D-B2A05A93ED6F}" type="presOf" srcId="{04984EE2-774F-4165-B406-84B5786F5B98}" destId="{682C692F-F77C-4085-A848-4AF5BC4E5AF3}" srcOrd="0" destOrd="0" presId="urn:microsoft.com/office/officeart/2008/layout/LinedList"/>
    <dgm:cxn modelId="{FE698CB2-9FE0-4B62-ADE7-58153AAF78B4}" srcId="{3648F9F4-0A4A-4D8A-9897-5C369A622E28}" destId="{04984EE2-774F-4165-B406-84B5786F5B98}" srcOrd="1" destOrd="0" parTransId="{8B7055C9-084A-4267-8AC9-1636DB4868DE}" sibTransId="{120D40D5-C1DA-4160-A42A-AFE98D818A89}"/>
    <dgm:cxn modelId="{575EC4B4-B84D-4F26-86D6-36DF56119511}" srcId="{3648F9F4-0A4A-4D8A-9897-5C369A622E28}" destId="{2DDAC2BE-2BCB-40DE-84A7-ACF919006C3C}" srcOrd="2" destOrd="0" parTransId="{7329DF6D-513E-4B93-95C5-0F629D1AB751}" sibTransId="{4AA7451A-330F-4D1D-8EE5-FA202DE79F0C}"/>
    <dgm:cxn modelId="{F1C4B6DF-116F-4FEC-82B6-4A9A6F580CEA}" srcId="{3648F9F4-0A4A-4D8A-9897-5C369A622E28}" destId="{0D14E472-069D-4E59-8C86-9103B89686BC}" srcOrd="3" destOrd="0" parTransId="{75DA3F8E-69CA-45BA-8D74-6E7AEDC1503F}" sibTransId="{83D99AE8-0447-4668-9FA8-7C9C8E7CFE0F}"/>
    <dgm:cxn modelId="{B9499CE3-64BD-4403-AADF-D874D79FE117}" srcId="{3648F9F4-0A4A-4D8A-9897-5C369A622E28}" destId="{26EC6974-EAC5-49E4-B660-CDF4E10FDBA9}" srcOrd="0" destOrd="0" parTransId="{598C6BA8-D705-4886-9006-C48A0D0A67F2}" sibTransId="{2B52AA2C-74EF-4F0C-90C9-AF3B4B0CF7DE}"/>
    <dgm:cxn modelId="{8390507A-B000-41EF-8326-78AEC3792773}" type="presParOf" srcId="{FB4C7E07-A2CA-48AE-A873-34B97E57131D}" destId="{FE074B15-F76F-48CB-9174-67D2DE81308F}" srcOrd="0" destOrd="0" presId="urn:microsoft.com/office/officeart/2008/layout/LinedList"/>
    <dgm:cxn modelId="{030827F6-1118-4BBA-A86F-A7A174566557}" type="presParOf" srcId="{FB4C7E07-A2CA-48AE-A873-34B97E57131D}" destId="{E74619D1-2FCF-47CB-A25D-202F57FA8A1D}" srcOrd="1" destOrd="0" presId="urn:microsoft.com/office/officeart/2008/layout/LinedList"/>
    <dgm:cxn modelId="{1B89C7EA-D3A8-4BA7-BBCD-F7C882913D33}" type="presParOf" srcId="{E74619D1-2FCF-47CB-A25D-202F57FA8A1D}" destId="{8A090FDD-CFE9-4A81-A4E2-4C5D2771D044}" srcOrd="0" destOrd="0" presId="urn:microsoft.com/office/officeart/2008/layout/LinedList"/>
    <dgm:cxn modelId="{E4295E69-22A7-4653-BF10-73539DD191F7}" type="presParOf" srcId="{E74619D1-2FCF-47CB-A25D-202F57FA8A1D}" destId="{F653A616-A52D-4415-8940-B162DB16BE79}" srcOrd="1" destOrd="0" presId="urn:microsoft.com/office/officeart/2008/layout/LinedList"/>
    <dgm:cxn modelId="{F93C0D2F-F5F2-4495-BCAA-C2BE30E0D318}" type="presParOf" srcId="{FB4C7E07-A2CA-48AE-A873-34B97E57131D}" destId="{86B18932-EE3E-4FC4-87D4-96BC340B9E07}" srcOrd="2" destOrd="0" presId="urn:microsoft.com/office/officeart/2008/layout/LinedList"/>
    <dgm:cxn modelId="{0DD7049B-13BC-413A-A3F8-20C974BF2BC0}" type="presParOf" srcId="{FB4C7E07-A2CA-48AE-A873-34B97E57131D}" destId="{8C1EA526-C402-4525-8AD1-FFC7433AD71E}" srcOrd="3" destOrd="0" presId="urn:microsoft.com/office/officeart/2008/layout/LinedList"/>
    <dgm:cxn modelId="{233FBF37-2D22-4A16-A2E8-AF9E4B212C6D}" type="presParOf" srcId="{8C1EA526-C402-4525-8AD1-FFC7433AD71E}" destId="{682C692F-F77C-4085-A848-4AF5BC4E5AF3}" srcOrd="0" destOrd="0" presId="urn:microsoft.com/office/officeart/2008/layout/LinedList"/>
    <dgm:cxn modelId="{72BDC1E8-5872-4CBF-8036-CB5715F3A8C1}" type="presParOf" srcId="{8C1EA526-C402-4525-8AD1-FFC7433AD71E}" destId="{2F880A44-C452-4AE4-91CD-EF90ADDAE7FF}" srcOrd="1" destOrd="0" presId="urn:microsoft.com/office/officeart/2008/layout/LinedList"/>
    <dgm:cxn modelId="{6CDBB39B-BA1F-4E67-9C23-B47A01BA55CC}" type="presParOf" srcId="{FB4C7E07-A2CA-48AE-A873-34B97E57131D}" destId="{80863BC1-FFA4-4D8A-8B2F-CF180483D952}" srcOrd="4" destOrd="0" presId="urn:microsoft.com/office/officeart/2008/layout/LinedList"/>
    <dgm:cxn modelId="{9FFA94EC-AA66-44FC-B26F-AC1653597630}" type="presParOf" srcId="{FB4C7E07-A2CA-48AE-A873-34B97E57131D}" destId="{42AE5A42-4BE2-476A-BDA7-87988BFC4A71}" srcOrd="5" destOrd="0" presId="urn:microsoft.com/office/officeart/2008/layout/LinedList"/>
    <dgm:cxn modelId="{5BCC555B-9133-445C-915E-B489D0F05425}" type="presParOf" srcId="{42AE5A42-4BE2-476A-BDA7-87988BFC4A71}" destId="{C20ECC49-2E04-40E6-9279-0235C461A845}" srcOrd="0" destOrd="0" presId="urn:microsoft.com/office/officeart/2008/layout/LinedList"/>
    <dgm:cxn modelId="{BED40635-643B-4282-A275-16C8785A1605}" type="presParOf" srcId="{42AE5A42-4BE2-476A-BDA7-87988BFC4A71}" destId="{B5D401DF-EAD6-4E42-9EE0-0A0E1E55FFC7}" srcOrd="1" destOrd="0" presId="urn:microsoft.com/office/officeart/2008/layout/LinedList"/>
    <dgm:cxn modelId="{C853D967-F431-4802-8E71-583E2DF4AC5B}" type="presParOf" srcId="{FB4C7E07-A2CA-48AE-A873-34B97E57131D}" destId="{5601016C-EAED-46FA-90F0-80364A6F4EFA}" srcOrd="6" destOrd="0" presId="urn:microsoft.com/office/officeart/2008/layout/LinedList"/>
    <dgm:cxn modelId="{19C04906-188A-4271-805B-216D8C81970A}" type="presParOf" srcId="{FB4C7E07-A2CA-48AE-A873-34B97E57131D}" destId="{FD941E1F-35AF-426D-807C-88EF8A42D6A1}" srcOrd="7" destOrd="0" presId="urn:microsoft.com/office/officeart/2008/layout/LinedList"/>
    <dgm:cxn modelId="{11470BE4-6570-441B-9139-7F541B085FF1}" type="presParOf" srcId="{FD941E1F-35AF-426D-807C-88EF8A42D6A1}" destId="{C91AB084-1214-4006-BEAB-7251F1304EF4}" srcOrd="0" destOrd="0" presId="urn:microsoft.com/office/officeart/2008/layout/LinedList"/>
    <dgm:cxn modelId="{49108A65-E573-467B-90C8-0E130D9318E5}" type="presParOf" srcId="{FD941E1F-35AF-426D-807C-88EF8A42D6A1}" destId="{5CA99855-D204-42A7-8781-05DC73E47A9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6213F73-BC76-4A2F-BFFE-A59B3105BF64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1332B30-25D3-4E02-A057-EDDA9E9595B5}">
      <dgm:prSet/>
      <dgm:spPr/>
      <dgm:t>
        <a:bodyPr/>
        <a:lstStyle/>
        <a:p>
          <a:r>
            <a:rPr lang="en-US" b="0" i="0" baseline="0" dirty="0"/>
            <a:t>Provides instant results to the user</a:t>
          </a:r>
          <a:endParaRPr lang="en-US" dirty="0"/>
        </a:p>
      </dgm:t>
    </dgm:pt>
    <dgm:pt modelId="{E3493460-1C89-4470-AB49-1F9ED04E8F18}" type="parTrans" cxnId="{6ED43B98-29B5-4315-9950-B7E53C6E83BD}">
      <dgm:prSet/>
      <dgm:spPr/>
      <dgm:t>
        <a:bodyPr/>
        <a:lstStyle/>
        <a:p>
          <a:endParaRPr lang="en-US"/>
        </a:p>
      </dgm:t>
    </dgm:pt>
    <dgm:pt modelId="{E09F2437-CE47-4F06-B235-DA3FCEBF515E}" type="sibTrans" cxnId="{6ED43B98-29B5-4315-9950-B7E53C6E83BD}">
      <dgm:prSet/>
      <dgm:spPr/>
      <dgm:t>
        <a:bodyPr/>
        <a:lstStyle/>
        <a:p>
          <a:endParaRPr lang="en-US"/>
        </a:p>
      </dgm:t>
    </dgm:pt>
    <dgm:pt modelId="{78375BCF-F093-4CF4-9FBF-4C201C4AAE2E}">
      <dgm:prSet/>
      <dgm:spPr/>
      <dgm:t>
        <a:bodyPr/>
        <a:lstStyle/>
        <a:p>
          <a:r>
            <a:rPr lang="en-US" b="0" i="0" baseline="0" dirty="0"/>
            <a:t>Fake news causes misinformation</a:t>
          </a:r>
          <a:endParaRPr lang="en-US" dirty="0"/>
        </a:p>
      </dgm:t>
    </dgm:pt>
    <dgm:pt modelId="{4823B57B-818A-4E38-9DBA-65449BDF3BBB}" type="parTrans" cxnId="{BF8367D5-54EF-4DD7-9A17-AF485B65BF69}">
      <dgm:prSet/>
      <dgm:spPr/>
      <dgm:t>
        <a:bodyPr/>
        <a:lstStyle/>
        <a:p>
          <a:endParaRPr lang="en-US"/>
        </a:p>
      </dgm:t>
    </dgm:pt>
    <dgm:pt modelId="{E335E8D7-A45A-4D19-B487-C41A5C56F0F8}" type="sibTrans" cxnId="{BF8367D5-54EF-4DD7-9A17-AF485B65BF69}">
      <dgm:prSet/>
      <dgm:spPr/>
      <dgm:t>
        <a:bodyPr/>
        <a:lstStyle/>
        <a:p>
          <a:endParaRPr lang="en-US"/>
        </a:p>
      </dgm:t>
    </dgm:pt>
    <dgm:pt modelId="{2EC8A499-2611-4DAF-A84F-4F09BEC0C32C}">
      <dgm:prSet/>
      <dgm:spPr/>
      <dgm:t>
        <a:bodyPr/>
        <a:lstStyle/>
        <a:p>
          <a:r>
            <a:rPr lang="en-US" b="0" i="0" baseline="0" dirty="0"/>
            <a:t>Need an automated solution for text classification</a:t>
          </a:r>
          <a:endParaRPr lang="en-US" dirty="0"/>
        </a:p>
      </dgm:t>
    </dgm:pt>
    <dgm:pt modelId="{641EB809-B606-4437-B41B-E1B3D45AB6E6}" type="parTrans" cxnId="{8CC18B5E-1D4D-4317-BA62-3E196B74DC1F}">
      <dgm:prSet/>
      <dgm:spPr/>
      <dgm:t>
        <a:bodyPr/>
        <a:lstStyle/>
        <a:p>
          <a:endParaRPr lang="en-US"/>
        </a:p>
      </dgm:t>
    </dgm:pt>
    <dgm:pt modelId="{DB200D89-D169-49E2-88BA-761F02F070FD}" type="sibTrans" cxnId="{8CC18B5E-1D4D-4317-BA62-3E196B74DC1F}">
      <dgm:prSet/>
      <dgm:spPr/>
      <dgm:t>
        <a:bodyPr/>
        <a:lstStyle/>
        <a:p>
          <a:endParaRPr lang="en-US"/>
        </a:p>
      </dgm:t>
    </dgm:pt>
    <dgm:pt modelId="{98E7E5CD-3ABF-457A-9D32-4839187E1FA4}">
      <dgm:prSet/>
      <dgm:spPr/>
      <dgm:t>
        <a:bodyPr/>
        <a:lstStyle/>
        <a:p>
          <a:r>
            <a:rPr lang="en-US" b="0" i="0" baseline="0" dirty="0"/>
            <a:t>Project detects fake news using ML and NLP</a:t>
          </a:r>
          <a:endParaRPr lang="en-US" dirty="0"/>
        </a:p>
      </dgm:t>
    </dgm:pt>
    <dgm:pt modelId="{6B56EC6A-DFFA-4BE3-87C9-7FEAFBE5B061}" type="parTrans" cxnId="{C8DAA26D-16F9-45DB-920C-9B4C67EA69F8}">
      <dgm:prSet/>
      <dgm:spPr/>
      <dgm:t>
        <a:bodyPr/>
        <a:lstStyle/>
        <a:p>
          <a:endParaRPr lang="en-US"/>
        </a:p>
      </dgm:t>
    </dgm:pt>
    <dgm:pt modelId="{2D367441-A6F9-4807-A1DA-0EEA3F03EC8E}" type="sibTrans" cxnId="{C8DAA26D-16F9-45DB-920C-9B4C67EA69F8}">
      <dgm:prSet/>
      <dgm:spPr/>
      <dgm:t>
        <a:bodyPr/>
        <a:lstStyle/>
        <a:p>
          <a:endParaRPr lang="en-US"/>
        </a:p>
      </dgm:t>
    </dgm:pt>
    <dgm:pt modelId="{13698895-981F-401E-BF24-9054ECCDD3F0}" type="pres">
      <dgm:prSet presAssocID="{76213F73-BC76-4A2F-BFFE-A59B3105BF64}" presName="linear" presStyleCnt="0">
        <dgm:presLayoutVars>
          <dgm:animLvl val="lvl"/>
          <dgm:resizeHandles val="exact"/>
        </dgm:presLayoutVars>
      </dgm:prSet>
      <dgm:spPr/>
    </dgm:pt>
    <dgm:pt modelId="{C8EFE9E1-407F-4B24-BF93-7F430EBD6DC2}" type="pres">
      <dgm:prSet presAssocID="{71332B30-25D3-4E02-A057-EDDA9E9595B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A063F92-E3FB-44EA-92E0-3ED7EB5E584E}" type="pres">
      <dgm:prSet presAssocID="{E09F2437-CE47-4F06-B235-DA3FCEBF515E}" presName="spacer" presStyleCnt="0"/>
      <dgm:spPr/>
    </dgm:pt>
    <dgm:pt modelId="{FF761F29-B38B-49F8-8FA8-C2F9BFE56EAF}" type="pres">
      <dgm:prSet presAssocID="{78375BCF-F093-4CF4-9FBF-4C201C4AAE2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77C5340-D633-4EFC-9688-68E3F9B7E54C}" type="pres">
      <dgm:prSet presAssocID="{E335E8D7-A45A-4D19-B487-C41A5C56F0F8}" presName="spacer" presStyleCnt="0"/>
      <dgm:spPr/>
    </dgm:pt>
    <dgm:pt modelId="{42A78F04-A407-4A5B-B043-EE88E0D1AF39}" type="pres">
      <dgm:prSet presAssocID="{2EC8A499-2611-4DAF-A84F-4F09BEC0C32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B4D5A0F-1B93-4BAC-8A39-127215EEE7C2}" type="pres">
      <dgm:prSet presAssocID="{DB200D89-D169-49E2-88BA-761F02F070FD}" presName="spacer" presStyleCnt="0"/>
      <dgm:spPr/>
    </dgm:pt>
    <dgm:pt modelId="{F4B1FEA9-0EEE-428E-9B54-86A7F263464B}" type="pres">
      <dgm:prSet presAssocID="{98E7E5CD-3ABF-457A-9D32-4839187E1FA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CC18B5E-1D4D-4317-BA62-3E196B74DC1F}" srcId="{76213F73-BC76-4A2F-BFFE-A59B3105BF64}" destId="{2EC8A499-2611-4DAF-A84F-4F09BEC0C32C}" srcOrd="2" destOrd="0" parTransId="{641EB809-B606-4437-B41B-E1B3D45AB6E6}" sibTransId="{DB200D89-D169-49E2-88BA-761F02F070FD}"/>
    <dgm:cxn modelId="{C8DAA26D-16F9-45DB-920C-9B4C67EA69F8}" srcId="{76213F73-BC76-4A2F-BFFE-A59B3105BF64}" destId="{98E7E5CD-3ABF-457A-9D32-4839187E1FA4}" srcOrd="3" destOrd="0" parTransId="{6B56EC6A-DFFA-4BE3-87C9-7FEAFBE5B061}" sibTransId="{2D367441-A6F9-4807-A1DA-0EEA3F03EC8E}"/>
    <dgm:cxn modelId="{4CF3EA53-31BB-4F1F-86B0-829B1A9FE057}" type="presOf" srcId="{76213F73-BC76-4A2F-BFFE-A59B3105BF64}" destId="{13698895-981F-401E-BF24-9054ECCDD3F0}" srcOrd="0" destOrd="0" presId="urn:microsoft.com/office/officeart/2005/8/layout/vList2"/>
    <dgm:cxn modelId="{EE905786-39A3-4D17-9489-1CDBEB52F2CB}" type="presOf" srcId="{2EC8A499-2611-4DAF-A84F-4F09BEC0C32C}" destId="{42A78F04-A407-4A5B-B043-EE88E0D1AF39}" srcOrd="0" destOrd="0" presId="urn:microsoft.com/office/officeart/2005/8/layout/vList2"/>
    <dgm:cxn modelId="{50AAEE87-CE7A-45C6-A3E1-69EF32EA45DB}" type="presOf" srcId="{98E7E5CD-3ABF-457A-9D32-4839187E1FA4}" destId="{F4B1FEA9-0EEE-428E-9B54-86A7F263464B}" srcOrd="0" destOrd="0" presId="urn:microsoft.com/office/officeart/2005/8/layout/vList2"/>
    <dgm:cxn modelId="{6ED43B98-29B5-4315-9950-B7E53C6E83BD}" srcId="{76213F73-BC76-4A2F-BFFE-A59B3105BF64}" destId="{71332B30-25D3-4E02-A057-EDDA9E9595B5}" srcOrd="0" destOrd="0" parTransId="{E3493460-1C89-4470-AB49-1F9ED04E8F18}" sibTransId="{E09F2437-CE47-4F06-B235-DA3FCEBF515E}"/>
    <dgm:cxn modelId="{4506ECC2-A3C8-42D3-8CFE-58462A573EEC}" type="presOf" srcId="{78375BCF-F093-4CF4-9FBF-4C201C4AAE2E}" destId="{FF761F29-B38B-49F8-8FA8-C2F9BFE56EAF}" srcOrd="0" destOrd="0" presId="urn:microsoft.com/office/officeart/2005/8/layout/vList2"/>
    <dgm:cxn modelId="{BF8367D5-54EF-4DD7-9A17-AF485B65BF69}" srcId="{76213F73-BC76-4A2F-BFFE-A59B3105BF64}" destId="{78375BCF-F093-4CF4-9FBF-4C201C4AAE2E}" srcOrd="1" destOrd="0" parTransId="{4823B57B-818A-4E38-9DBA-65449BDF3BBB}" sibTransId="{E335E8D7-A45A-4D19-B487-C41A5C56F0F8}"/>
    <dgm:cxn modelId="{349037F4-97D4-4F0A-B4B1-CF24258B95F9}" type="presOf" srcId="{71332B30-25D3-4E02-A057-EDDA9E9595B5}" destId="{C8EFE9E1-407F-4B24-BF93-7F430EBD6DC2}" srcOrd="0" destOrd="0" presId="urn:microsoft.com/office/officeart/2005/8/layout/vList2"/>
    <dgm:cxn modelId="{7374D213-C8D8-42ED-9437-C68D5D8F8E89}" type="presParOf" srcId="{13698895-981F-401E-BF24-9054ECCDD3F0}" destId="{C8EFE9E1-407F-4B24-BF93-7F430EBD6DC2}" srcOrd="0" destOrd="0" presId="urn:microsoft.com/office/officeart/2005/8/layout/vList2"/>
    <dgm:cxn modelId="{A122E845-AE29-45FA-B177-B1BE94974441}" type="presParOf" srcId="{13698895-981F-401E-BF24-9054ECCDD3F0}" destId="{DA063F92-E3FB-44EA-92E0-3ED7EB5E584E}" srcOrd="1" destOrd="0" presId="urn:microsoft.com/office/officeart/2005/8/layout/vList2"/>
    <dgm:cxn modelId="{2E89652F-BFDA-4F94-B75F-AEACF3324605}" type="presParOf" srcId="{13698895-981F-401E-BF24-9054ECCDD3F0}" destId="{FF761F29-B38B-49F8-8FA8-C2F9BFE56EAF}" srcOrd="2" destOrd="0" presId="urn:microsoft.com/office/officeart/2005/8/layout/vList2"/>
    <dgm:cxn modelId="{88977B8A-37DB-41B8-A718-0C12297A35D8}" type="presParOf" srcId="{13698895-981F-401E-BF24-9054ECCDD3F0}" destId="{777C5340-D633-4EFC-9688-68E3F9B7E54C}" srcOrd="3" destOrd="0" presId="urn:microsoft.com/office/officeart/2005/8/layout/vList2"/>
    <dgm:cxn modelId="{EF32A820-9A33-4B7D-9CA1-9AC775BDE8A6}" type="presParOf" srcId="{13698895-981F-401E-BF24-9054ECCDD3F0}" destId="{42A78F04-A407-4A5B-B043-EE88E0D1AF39}" srcOrd="4" destOrd="0" presId="urn:microsoft.com/office/officeart/2005/8/layout/vList2"/>
    <dgm:cxn modelId="{7A0FF214-0B3D-4923-BF28-78AE2A8828DA}" type="presParOf" srcId="{13698895-981F-401E-BF24-9054ECCDD3F0}" destId="{EB4D5A0F-1B93-4BAC-8A39-127215EEE7C2}" srcOrd="5" destOrd="0" presId="urn:microsoft.com/office/officeart/2005/8/layout/vList2"/>
    <dgm:cxn modelId="{D2A8F062-1D75-4BA6-9926-CC3BF2F94EA1}" type="presParOf" srcId="{13698895-981F-401E-BF24-9054ECCDD3F0}" destId="{F4B1FEA9-0EEE-428E-9B54-86A7F263464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11AD5E6-1ED4-49C8-BE0C-52035D1C32C4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C3700D9-416F-4DE3-87F9-4F487F336A89}">
      <dgm:prSet/>
      <dgm:spPr/>
      <dgm:t>
        <a:bodyPr/>
        <a:lstStyle/>
        <a:p>
          <a:r>
            <a:rPr lang="en-US" b="0" i="0" baseline="0" dirty="0"/>
            <a:t>Lowercasing text</a:t>
          </a:r>
          <a:endParaRPr lang="en-US" dirty="0"/>
        </a:p>
      </dgm:t>
    </dgm:pt>
    <dgm:pt modelId="{2737244C-9ED9-4A7E-BA9F-C51C4E6B19BC}" type="parTrans" cxnId="{C6010B05-2E65-411B-BE51-526E800D1C3A}">
      <dgm:prSet/>
      <dgm:spPr/>
      <dgm:t>
        <a:bodyPr/>
        <a:lstStyle/>
        <a:p>
          <a:endParaRPr lang="en-US"/>
        </a:p>
      </dgm:t>
    </dgm:pt>
    <dgm:pt modelId="{A2FC884A-C042-464E-835B-7EC863626383}" type="sibTrans" cxnId="{C6010B05-2E65-411B-BE51-526E800D1C3A}">
      <dgm:prSet phldrT="1" phldr="0"/>
      <dgm:spPr/>
      <dgm:t>
        <a:bodyPr/>
        <a:lstStyle/>
        <a:p>
          <a:r>
            <a:rPr lang="en-US" dirty="0"/>
            <a:t>1</a:t>
          </a:r>
        </a:p>
      </dgm:t>
    </dgm:pt>
    <dgm:pt modelId="{AE667653-18A0-4912-AD4B-BDB945958862}">
      <dgm:prSet/>
      <dgm:spPr/>
      <dgm:t>
        <a:bodyPr/>
        <a:lstStyle/>
        <a:p>
          <a:r>
            <a:rPr lang="en-US" b="0" i="0" baseline="0" dirty="0"/>
            <a:t>Removing punctuation &amp; symbols</a:t>
          </a:r>
          <a:endParaRPr lang="en-US" dirty="0"/>
        </a:p>
      </dgm:t>
    </dgm:pt>
    <dgm:pt modelId="{0D11330A-A1FF-4807-961F-3288401FF26E}" type="parTrans" cxnId="{6485CCE6-FB09-4721-8278-72ED0393655F}">
      <dgm:prSet/>
      <dgm:spPr/>
      <dgm:t>
        <a:bodyPr/>
        <a:lstStyle/>
        <a:p>
          <a:endParaRPr lang="en-US"/>
        </a:p>
      </dgm:t>
    </dgm:pt>
    <dgm:pt modelId="{7E3D87EC-C76A-4BBC-8C33-69B0236471BD}" type="sibTrans" cxnId="{6485CCE6-FB09-4721-8278-72ED0393655F}">
      <dgm:prSet phldrT="2" phldr="0"/>
      <dgm:spPr/>
      <dgm:t>
        <a:bodyPr/>
        <a:lstStyle/>
        <a:p>
          <a:r>
            <a:rPr lang="en-US" dirty="0"/>
            <a:t>2</a:t>
          </a:r>
        </a:p>
      </dgm:t>
    </dgm:pt>
    <dgm:pt modelId="{A366F848-A61C-4894-8C6B-8062E67F8FB1}">
      <dgm:prSet/>
      <dgm:spPr/>
      <dgm:t>
        <a:bodyPr/>
        <a:lstStyle/>
        <a:p>
          <a:r>
            <a:rPr lang="en-US" b="0" i="0" baseline="0" dirty="0"/>
            <a:t>Cleaning noise</a:t>
          </a:r>
          <a:endParaRPr lang="en-US" dirty="0"/>
        </a:p>
      </dgm:t>
    </dgm:pt>
    <dgm:pt modelId="{131DD074-F0CA-49DB-A598-75A80A5076D1}" type="parTrans" cxnId="{04AC744A-E30A-4D88-AB8E-7A6DB98C500A}">
      <dgm:prSet/>
      <dgm:spPr/>
      <dgm:t>
        <a:bodyPr/>
        <a:lstStyle/>
        <a:p>
          <a:endParaRPr lang="en-US"/>
        </a:p>
      </dgm:t>
    </dgm:pt>
    <dgm:pt modelId="{98534E76-7A8D-4D0A-A29C-2C1FCE0DE48E}" type="sibTrans" cxnId="{04AC744A-E30A-4D88-AB8E-7A6DB98C500A}">
      <dgm:prSet phldrT="3" phldr="0"/>
      <dgm:spPr/>
      <dgm:t>
        <a:bodyPr/>
        <a:lstStyle/>
        <a:p>
          <a:r>
            <a:rPr lang="en-US" dirty="0"/>
            <a:t>3</a:t>
          </a:r>
        </a:p>
      </dgm:t>
    </dgm:pt>
    <dgm:pt modelId="{6130F62B-B827-4D7B-BB3F-0B62AEA57C27}">
      <dgm:prSet/>
      <dgm:spPr/>
      <dgm:t>
        <a:bodyPr/>
        <a:lstStyle/>
        <a:p>
          <a:r>
            <a:rPr lang="en-US" b="0" i="0" baseline="0" dirty="0"/>
            <a:t>Preparing text for TF-IDF</a:t>
          </a:r>
          <a:endParaRPr lang="en-US" dirty="0"/>
        </a:p>
      </dgm:t>
    </dgm:pt>
    <dgm:pt modelId="{ED55EA07-9E5C-4806-A28E-65A625D0EF1C}" type="parTrans" cxnId="{24F34F15-6E55-4713-8A09-B995673FBDFD}">
      <dgm:prSet/>
      <dgm:spPr/>
      <dgm:t>
        <a:bodyPr/>
        <a:lstStyle/>
        <a:p>
          <a:endParaRPr lang="en-US"/>
        </a:p>
      </dgm:t>
    </dgm:pt>
    <dgm:pt modelId="{CD852D4C-4864-485B-B7D6-312863579B1C}" type="sibTrans" cxnId="{24F34F15-6E55-4713-8A09-B995673FBDFD}">
      <dgm:prSet phldrT="4" phldr="0"/>
      <dgm:spPr/>
      <dgm:t>
        <a:bodyPr/>
        <a:lstStyle/>
        <a:p>
          <a:r>
            <a:rPr lang="en-US" dirty="0"/>
            <a:t>4</a:t>
          </a:r>
        </a:p>
      </dgm:t>
    </dgm:pt>
    <dgm:pt modelId="{980925D3-5640-426C-8EA9-0FA8E7E8C672}" type="pres">
      <dgm:prSet presAssocID="{D11AD5E6-1ED4-49C8-BE0C-52035D1C32C4}" presName="Name0" presStyleCnt="0">
        <dgm:presLayoutVars>
          <dgm:animLvl val="lvl"/>
          <dgm:resizeHandles val="exact"/>
        </dgm:presLayoutVars>
      </dgm:prSet>
      <dgm:spPr/>
    </dgm:pt>
    <dgm:pt modelId="{548DA868-C92D-4C1D-BEF4-F15F0569D4A5}" type="pres">
      <dgm:prSet presAssocID="{5C3700D9-416F-4DE3-87F9-4F487F336A89}" presName="compositeNode" presStyleCnt="0">
        <dgm:presLayoutVars>
          <dgm:bulletEnabled val="1"/>
        </dgm:presLayoutVars>
      </dgm:prSet>
      <dgm:spPr/>
    </dgm:pt>
    <dgm:pt modelId="{2E3585BB-E648-4085-9644-A21718A3A0F8}" type="pres">
      <dgm:prSet presAssocID="{5C3700D9-416F-4DE3-87F9-4F487F336A89}" presName="bgRect" presStyleLbl="bgAccFollowNode1" presStyleIdx="0" presStyleCnt="4"/>
      <dgm:spPr/>
    </dgm:pt>
    <dgm:pt modelId="{ACE2A454-E5E1-4931-B8B6-5B57042DDB4C}" type="pres">
      <dgm:prSet presAssocID="{A2FC884A-C042-464E-835B-7EC863626383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629807B4-888A-4E95-9FC7-024F5A76E741}" type="pres">
      <dgm:prSet presAssocID="{5C3700D9-416F-4DE3-87F9-4F487F336A89}" presName="bottomLine" presStyleLbl="alignNode1" presStyleIdx="1" presStyleCnt="8">
        <dgm:presLayoutVars/>
      </dgm:prSet>
      <dgm:spPr/>
    </dgm:pt>
    <dgm:pt modelId="{9EC24773-1893-4D5F-BC63-DBCEFA102206}" type="pres">
      <dgm:prSet presAssocID="{5C3700D9-416F-4DE3-87F9-4F487F336A89}" presName="nodeText" presStyleLbl="bgAccFollowNode1" presStyleIdx="0" presStyleCnt="4">
        <dgm:presLayoutVars>
          <dgm:bulletEnabled val="1"/>
        </dgm:presLayoutVars>
      </dgm:prSet>
      <dgm:spPr/>
    </dgm:pt>
    <dgm:pt modelId="{2488690D-0C50-42D3-AB97-828B1256B3D4}" type="pres">
      <dgm:prSet presAssocID="{A2FC884A-C042-464E-835B-7EC863626383}" presName="sibTrans" presStyleCnt="0"/>
      <dgm:spPr/>
    </dgm:pt>
    <dgm:pt modelId="{0FAA55FA-7533-4BBE-9493-5CAB1859DB50}" type="pres">
      <dgm:prSet presAssocID="{AE667653-18A0-4912-AD4B-BDB945958862}" presName="compositeNode" presStyleCnt="0">
        <dgm:presLayoutVars>
          <dgm:bulletEnabled val="1"/>
        </dgm:presLayoutVars>
      </dgm:prSet>
      <dgm:spPr/>
    </dgm:pt>
    <dgm:pt modelId="{0FC36CE2-32DF-4B7E-855E-53CDC410894D}" type="pres">
      <dgm:prSet presAssocID="{AE667653-18A0-4912-AD4B-BDB945958862}" presName="bgRect" presStyleLbl="bgAccFollowNode1" presStyleIdx="1" presStyleCnt="4"/>
      <dgm:spPr/>
    </dgm:pt>
    <dgm:pt modelId="{722D5C94-C62C-4C1D-99C8-FDF3E9E186FE}" type="pres">
      <dgm:prSet presAssocID="{7E3D87EC-C76A-4BBC-8C33-69B0236471BD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E94BAC92-9316-40CE-B6EE-3EDC13DCD773}" type="pres">
      <dgm:prSet presAssocID="{AE667653-18A0-4912-AD4B-BDB945958862}" presName="bottomLine" presStyleLbl="alignNode1" presStyleIdx="3" presStyleCnt="8">
        <dgm:presLayoutVars/>
      </dgm:prSet>
      <dgm:spPr/>
    </dgm:pt>
    <dgm:pt modelId="{482E13B8-D2E4-4616-B5F0-30509A981F86}" type="pres">
      <dgm:prSet presAssocID="{AE667653-18A0-4912-AD4B-BDB945958862}" presName="nodeText" presStyleLbl="bgAccFollowNode1" presStyleIdx="1" presStyleCnt="4">
        <dgm:presLayoutVars>
          <dgm:bulletEnabled val="1"/>
        </dgm:presLayoutVars>
      </dgm:prSet>
      <dgm:spPr/>
    </dgm:pt>
    <dgm:pt modelId="{7220749F-D76C-42E6-BE06-44927D796BB2}" type="pres">
      <dgm:prSet presAssocID="{7E3D87EC-C76A-4BBC-8C33-69B0236471BD}" presName="sibTrans" presStyleCnt="0"/>
      <dgm:spPr/>
    </dgm:pt>
    <dgm:pt modelId="{140BA709-1DB4-4198-82A6-31133D56153D}" type="pres">
      <dgm:prSet presAssocID="{A366F848-A61C-4894-8C6B-8062E67F8FB1}" presName="compositeNode" presStyleCnt="0">
        <dgm:presLayoutVars>
          <dgm:bulletEnabled val="1"/>
        </dgm:presLayoutVars>
      </dgm:prSet>
      <dgm:spPr/>
    </dgm:pt>
    <dgm:pt modelId="{0BA2D1F7-5D1A-4E20-A784-7F3CCEB9320F}" type="pres">
      <dgm:prSet presAssocID="{A366F848-A61C-4894-8C6B-8062E67F8FB1}" presName="bgRect" presStyleLbl="bgAccFollowNode1" presStyleIdx="2" presStyleCnt="4"/>
      <dgm:spPr/>
    </dgm:pt>
    <dgm:pt modelId="{DA3F622C-8FE1-4293-9415-1EF47F04A47A}" type="pres">
      <dgm:prSet presAssocID="{98534E76-7A8D-4D0A-A29C-2C1FCE0DE48E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F192B79A-374D-405C-BC9C-65E8B8D71EAA}" type="pres">
      <dgm:prSet presAssocID="{A366F848-A61C-4894-8C6B-8062E67F8FB1}" presName="bottomLine" presStyleLbl="alignNode1" presStyleIdx="5" presStyleCnt="8">
        <dgm:presLayoutVars/>
      </dgm:prSet>
      <dgm:spPr/>
    </dgm:pt>
    <dgm:pt modelId="{62CE61D0-47E3-4C39-ADF3-84AA388069EC}" type="pres">
      <dgm:prSet presAssocID="{A366F848-A61C-4894-8C6B-8062E67F8FB1}" presName="nodeText" presStyleLbl="bgAccFollowNode1" presStyleIdx="2" presStyleCnt="4">
        <dgm:presLayoutVars>
          <dgm:bulletEnabled val="1"/>
        </dgm:presLayoutVars>
      </dgm:prSet>
      <dgm:spPr/>
    </dgm:pt>
    <dgm:pt modelId="{A6E7CEF7-E5D3-4127-98C3-AEE14307857A}" type="pres">
      <dgm:prSet presAssocID="{98534E76-7A8D-4D0A-A29C-2C1FCE0DE48E}" presName="sibTrans" presStyleCnt="0"/>
      <dgm:spPr/>
    </dgm:pt>
    <dgm:pt modelId="{E3F44AA0-CA20-410C-B2C6-62CAEFC73472}" type="pres">
      <dgm:prSet presAssocID="{6130F62B-B827-4D7B-BB3F-0B62AEA57C27}" presName="compositeNode" presStyleCnt="0">
        <dgm:presLayoutVars>
          <dgm:bulletEnabled val="1"/>
        </dgm:presLayoutVars>
      </dgm:prSet>
      <dgm:spPr/>
    </dgm:pt>
    <dgm:pt modelId="{47EA0ABD-6EAC-403C-891C-E595980A7931}" type="pres">
      <dgm:prSet presAssocID="{6130F62B-B827-4D7B-BB3F-0B62AEA57C27}" presName="bgRect" presStyleLbl="bgAccFollowNode1" presStyleIdx="3" presStyleCnt="4"/>
      <dgm:spPr/>
    </dgm:pt>
    <dgm:pt modelId="{9BC02530-D158-4C21-9AFD-C72D3275C8AA}" type="pres">
      <dgm:prSet presAssocID="{CD852D4C-4864-485B-B7D6-312863579B1C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837C3825-52BE-43CC-B49F-76DE68F72BDE}" type="pres">
      <dgm:prSet presAssocID="{6130F62B-B827-4D7B-BB3F-0B62AEA57C27}" presName="bottomLine" presStyleLbl="alignNode1" presStyleIdx="7" presStyleCnt="8">
        <dgm:presLayoutVars/>
      </dgm:prSet>
      <dgm:spPr/>
    </dgm:pt>
    <dgm:pt modelId="{9577801B-D3AE-444D-87A4-35877141EA75}" type="pres">
      <dgm:prSet presAssocID="{6130F62B-B827-4D7B-BB3F-0B62AEA57C27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C6010B05-2E65-411B-BE51-526E800D1C3A}" srcId="{D11AD5E6-1ED4-49C8-BE0C-52035D1C32C4}" destId="{5C3700D9-416F-4DE3-87F9-4F487F336A89}" srcOrd="0" destOrd="0" parTransId="{2737244C-9ED9-4A7E-BA9F-C51C4E6B19BC}" sibTransId="{A2FC884A-C042-464E-835B-7EC863626383}"/>
    <dgm:cxn modelId="{6DD48807-94ED-40E6-809C-105A48929EB0}" type="presOf" srcId="{5C3700D9-416F-4DE3-87F9-4F487F336A89}" destId="{9EC24773-1893-4D5F-BC63-DBCEFA102206}" srcOrd="1" destOrd="0" presId="urn:microsoft.com/office/officeart/2016/7/layout/BasicLinearProcessNumbered"/>
    <dgm:cxn modelId="{24F34F15-6E55-4713-8A09-B995673FBDFD}" srcId="{D11AD5E6-1ED4-49C8-BE0C-52035D1C32C4}" destId="{6130F62B-B827-4D7B-BB3F-0B62AEA57C27}" srcOrd="3" destOrd="0" parTransId="{ED55EA07-9E5C-4806-A28E-65A625D0EF1C}" sibTransId="{CD852D4C-4864-485B-B7D6-312863579B1C}"/>
    <dgm:cxn modelId="{D23BE43A-9220-4BE5-8F03-D2338B9E3F9A}" type="presOf" srcId="{AE667653-18A0-4912-AD4B-BDB945958862}" destId="{482E13B8-D2E4-4616-B5F0-30509A981F86}" srcOrd="1" destOrd="0" presId="urn:microsoft.com/office/officeart/2016/7/layout/BasicLinearProcessNumbered"/>
    <dgm:cxn modelId="{48C2664A-A82B-4370-A633-6EA680180890}" type="presOf" srcId="{6130F62B-B827-4D7B-BB3F-0B62AEA57C27}" destId="{9577801B-D3AE-444D-87A4-35877141EA75}" srcOrd="1" destOrd="0" presId="urn:microsoft.com/office/officeart/2016/7/layout/BasicLinearProcessNumbered"/>
    <dgm:cxn modelId="{04AC744A-E30A-4D88-AB8E-7A6DB98C500A}" srcId="{D11AD5E6-1ED4-49C8-BE0C-52035D1C32C4}" destId="{A366F848-A61C-4894-8C6B-8062E67F8FB1}" srcOrd="2" destOrd="0" parTransId="{131DD074-F0CA-49DB-A598-75A80A5076D1}" sibTransId="{98534E76-7A8D-4D0A-A29C-2C1FCE0DE48E}"/>
    <dgm:cxn modelId="{88F8736E-1D1B-416F-872C-FB4A34E57E13}" type="presOf" srcId="{D11AD5E6-1ED4-49C8-BE0C-52035D1C32C4}" destId="{980925D3-5640-426C-8EA9-0FA8E7E8C672}" srcOrd="0" destOrd="0" presId="urn:microsoft.com/office/officeart/2016/7/layout/BasicLinearProcessNumbered"/>
    <dgm:cxn modelId="{594A1C59-7C95-404A-824A-FC0C92315139}" type="presOf" srcId="{AE667653-18A0-4912-AD4B-BDB945958862}" destId="{0FC36CE2-32DF-4B7E-855E-53CDC410894D}" srcOrd="0" destOrd="0" presId="urn:microsoft.com/office/officeart/2016/7/layout/BasicLinearProcessNumbered"/>
    <dgm:cxn modelId="{50426390-1222-424F-8351-3D1EBDA4BC03}" type="presOf" srcId="{5C3700D9-416F-4DE3-87F9-4F487F336A89}" destId="{2E3585BB-E648-4085-9644-A21718A3A0F8}" srcOrd="0" destOrd="0" presId="urn:microsoft.com/office/officeart/2016/7/layout/BasicLinearProcessNumbered"/>
    <dgm:cxn modelId="{0260EA9C-1880-4E31-BF25-66167F53C8E9}" type="presOf" srcId="{CD852D4C-4864-485B-B7D6-312863579B1C}" destId="{9BC02530-D158-4C21-9AFD-C72D3275C8AA}" srcOrd="0" destOrd="0" presId="urn:microsoft.com/office/officeart/2016/7/layout/BasicLinearProcessNumbered"/>
    <dgm:cxn modelId="{15B63A9D-DF27-42F8-A764-5B58D7FDAE34}" type="presOf" srcId="{7E3D87EC-C76A-4BBC-8C33-69B0236471BD}" destId="{722D5C94-C62C-4C1D-99C8-FDF3E9E186FE}" srcOrd="0" destOrd="0" presId="urn:microsoft.com/office/officeart/2016/7/layout/BasicLinearProcessNumbered"/>
    <dgm:cxn modelId="{5F68AFA8-BE30-43A2-9D61-D880832C4278}" type="presOf" srcId="{A366F848-A61C-4894-8C6B-8062E67F8FB1}" destId="{0BA2D1F7-5D1A-4E20-A784-7F3CCEB9320F}" srcOrd="0" destOrd="0" presId="urn:microsoft.com/office/officeart/2016/7/layout/BasicLinearProcessNumbered"/>
    <dgm:cxn modelId="{AA03CAC1-632D-4C31-A843-6354649DF308}" type="presOf" srcId="{A2FC884A-C042-464E-835B-7EC863626383}" destId="{ACE2A454-E5E1-4931-B8B6-5B57042DDB4C}" srcOrd="0" destOrd="0" presId="urn:microsoft.com/office/officeart/2016/7/layout/BasicLinearProcessNumbered"/>
    <dgm:cxn modelId="{607B0AC4-243A-4652-8B8C-B0385621E395}" type="presOf" srcId="{6130F62B-B827-4D7B-BB3F-0B62AEA57C27}" destId="{47EA0ABD-6EAC-403C-891C-E595980A7931}" srcOrd="0" destOrd="0" presId="urn:microsoft.com/office/officeart/2016/7/layout/BasicLinearProcessNumbered"/>
    <dgm:cxn modelId="{400BA7C8-6852-4B85-BCCD-4D7E84C2634B}" type="presOf" srcId="{98534E76-7A8D-4D0A-A29C-2C1FCE0DE48E}" destId="{DA3F622C-8FE1-4293-9415-1EF47F04A47A}" srcOrd="0" destOrd="0" presId="urn:microsoft.com/office/officeart/2016/7/layout/BasicLinearProcessNumbered"/>
    <dgm:cxn modelId="{FFC1CAE3-9378-4BF9-87E1-BF8D035528C1}" type="presOf" srcId="{A366F848-A61C-4894-8C6B-8062E67F8FB1}" destId="{62CE61D0-47E3-4C39-ADF3-84AA388069EC}" srcOrd="1" destOrd="0" presId="urn:microsoft.com/office/officeart/2016/7/layout/BasicLinearProcessNumbered"/>
    <dgm:cxn modelId="{6485CCE6-FB09-4721-8278-72ED0393655F}" srcId="{D11AD5E6-1ED4-49C8-BE0C-52035D1C32C4}" destId="{AE667653-18A0-4912-AD4B-BDB945958862}" srcOrd="1" destOrd="0" parTransId="{0D11330A-A1FF-4807-961F-3288401FF26E}" sibTransId="{7E3D87EC-C76A-4BBC-8C33-69B0236471BD}"/>
    <dgm:cxn modelId="{FFDEA2BD-732A-4236-BD14-8A7237043878}" type="presParOf" srcId="{980925D3-5640-426C-8EA9-0FA8E7E8C672}" destId="{548DA868-C92D-4C1D-BEF4-F15F0569D4A5}" srcOrd="0" destOrd="0" presId="urn:microsoft.com/office/officeart/2016/7/layout/BasicLinearProcessNumbered"/>
    <dgm:cxn modelId="{2080679D-1988-45B7-A9C2-26717CCDBD1C}" type="presParOf" srcId="{548DA868-C92D-4C1D-BEF4-F15F0569D4A5}" destId="{2E3585BB-E648-4085-9644-A21718A3A0F8}" srcOrd="0" destOrd="0" presId="urn:microsoft.com/office/officeart/2016/7/layout/BasicLinearProcessNumbered"/>
    <dgm:cxn modelId="{C589BA7F-F523-4AB7-A76C-5C28701AFF40}" type="presParOf" srcId="{548DA868-C92D-4C1D-BEF4-F15F0569D4A5}" destId="{ACE2A454-E5E1-4931-B8B6-5B57042DDB4C}" srcOrd="1" destOrd="0" presId="urn:microsoft.com/office/officeart/2016/7/layout/BasicLinearProcessNumbered"/>
    <dgm:cxn modelId="{B7CC9FC5-5AC7-491E-878F-AFE368B50040}" type="presParOf" srcId="{548DA868-C92D-4C1D-BEF4-F15F0569D4A5}" destId="{629807B4-888A-4E95-9FC7-024F5A76E741}" srcOrd="2" destOrd="0" presId="urn:microsoft.com/office/officeart/2016/7/layout/BasicLinearProcessNumbered"/>
    <dgm:cxn modelId="{4DB509B3-B155-4E0A-B24B-7C8A23139FFD}" type="presParOf" srcId="{548DA868-C92D-4C1D-BEF4-F15F0569D4A5}" destId="{9EC24773-1893-4D5F-BC63-DBCEFA102206}" srcOrd="3" destOrd="0" presId="urn:microsoft.com/office/officeart/2016/7/layout/BasicLinearProcessNumbered"/>
    <dgm:cxn modelId="{F23DA8A8-00E6-4981-A2FF-FD6C3FD48E7A}" type="presParOf" srcId="{980925D3-5640-426C-8EA9-0FA8E7E8C672}" destId="{2488690D-0C50-42D3-AB97-828B1256B3D4}" srcOrd="1" destOrd="0" presId="urn:microsoft.com/office/officeart/2016/7/layout/BasicLinearProcessNumbered"/>
    <dgm:cxn modelId="{9175805B-E4EF-4E30-A1B7-B8E4FEEC54C6}" type="presParOf" srcId="{980925D3-5640-426C-8EA9-0FA8E7E8C672}" destId="{0FAA55FA-7533-4BBE-9493-5CAB1859DB50}" srcOrd="2" destOrd="0" presId="urn:microsoft.com/office/officeart/2016/7/layout/BasicLinearProcessNumbered"/>
    <dgm:cxn modelId="{61EB6327-0788-46D2-AF0D-15F47E04C813}" type="presParOf" srcId="{0FAA55FA-7533-4BBE-9493-5CAB1859DB50}" destId="{0FC36CE2-32DF-4B7E-855E-53CDC410894D}" srcOrd="0" destOrd="0" presId="urn:microsoft.com/office/officeart/2016/7/layout/BasicLinearProcessNumbered"/>
    <dgm:cxn modelId="{974CA5AF-2671-4FD8-AF0E-7DF88A722B36}" type="presParOf" srcId="{0FAA55FA-7533-4BBE-9493-5CAB1859DB50}" destId="{722D5C94-C62C-4C1D-99C8-FDF3E9E186FE}" srcOrd="1" destOrd="0" presId="urn:microsoft.com/office/officeart/2016/7/layout/BasicLinearProcessNumbered"/>
    <dgm:cxn modelId="{06BC5468-A3EB-4347-B2E4-B6B8C7758C96}" type="presParOf" srcId="{0FAA55FA-7533-4BBE-9493-5CAB1859DB50}" destId="{E94BAC92-9316-40CE-B6EE-3EDC13DCD773}" srcOrd="2" destOrd="0" presId="urn:microsoft.com/office/officeart/2016/7/layout/BasicLinearProcessNumbered"/>
    <dgm:cxn modelId="{F589FA98-3FA0-48F9-9404-B209A9A90F6C}" type="presParOf" srcId="{0FAA55FA-7533-4BBE-9493-5CAB1859DB50}" destId="{482E13B8-D2E4-4616-B5F0-30509A981F86}" srcOrd="3" destOrd="0" presId="urn:microsoft.com/office/officeart/2016/7/layout/BasicLinearProcessNumbered"/>
    <dgm:cxn modelId="{D5712C17-927E-4FC2-B6C6-17588944146F}" type="presParOf" srcId="{980925D3-5640-426C-8EA9-0FA8E7E8C672}" destId="{7220749F-D76C-42E6-BE06-44927D796BB2}" srcOrd="3" destOrd="0" presId="urn:microsoft.com/office/officeart/2016/7/layout/BasicLinearProcessNumbered"/>
    <dgm:cxn modelId="{8B304685-541C-4B28-B4F1-0A304D49F35C}" type="presParOf" srcId="{980925D3-5640-426C-8EA9-0FA8E7E8C672}" destId="{140BA709-1DB4-4198-82A6-31133D56153D}" srcOrd="4" destOrd="0" presId="urn:microsoft.com/office/officeart/2016/7/layout/BasicLinearProcessNumbered"/>
    <dgm:cxn modelId="{53EF0624-C3F7-487D-A91C-17C54A3A569F}" type="presParOf" srcId="{140BA709-1DB4-4198-82A6-31133D56153D}" destId="{0BA2D1F7-5D1A-4E20-A784-7F3CCEB9320F}" srcOrd="0" destOrd="0" presId="urn:microsoft.com/office/officeart/2016/7/layout/BasicLinearProcessNumbered"/>
    <dgm:cxn modelId="{0D8F23B4-F019-4A4D-A542-11CE59BFC211}" type="presParOf" srcId="{140BA709-1DB4-4198-82A6-31133D56153D}" destId="{DA3F622C-8FE1-4293-9415-1EF47F04A47A}" srcOrd="1" destOrd="0" presId="urn:microsoft.com/office/officeart/2016/7/layout/BasicLinearProcessNumbered"/>
    <dgm:cxn modelId="{813B6567-39C0-4523-97FA-B610A92E73E2}" type="presParOf" srcId="{140BA709-1DB4-4198-82A6-31133D56153D}" destId="{F192B79A-374D-405C-BC9C-65E8B8D71EAA}" srcOrd="2" destOrd="0" presId="urn:microsoft.com/office/officeart/2016/7/layout/BasicLinearProcessNumbered"/>
    <dgm:cxn modelId="{C48681D7-4301-4E3D-B5D3-455608FE249A}" type="presParOf" srcId="{140BA709-1DB4-4198-82A6-31133D56153D}" destId="{62CE61D0-47E3-4C39-ADF3-84AA388069EC}" srcOrd="3" destOrd="0" presId="urn:microsoft.com/office/officeart/2016/7/layout/BasicLinearProcessNumbered"/>
    <dgm:cxn modelId="{6F930E07-F28C-464F-A7B0-22C5A29A357E}" type="presParOf" srcId="{980925D3-5640-426C-8EA9-0FA8E7E8C672}" destId="{A6E7CEF7-E5D3-4127-98C3-AEE14307857A}" srcOrd="5" destOrd="0" presId="urn:microsoft.com/office/officeart/2016/7/layout/BasicLinearProcessNumbered"/>
    <dgm:cxn modelId="{C5A81D4B-65AE-49FE-B0F1-4A9FF07235B0}" type="presParOf" srcId="{980925D3-5640-426C-8EA9-0FA8E7E8C672}" destId="{E3F44AA0-CA20-410C-B2C6-62CAEFC73472}" srcOrd="6" destOrd="0" presId="urn:microsoft.com/office/officeart/2016/7/layout/BasicLinearProcessNumbered"/>
    <dgm:cxn modelId="{EA0DB947-1A1F-42C9-8498-48BC67F99B6E}" type="presParOf" srcId="{E3F44AA0-CA20-410C-B2C6-62CAEFC73472}" destId="{47EA0ABD-6EAC-403C-891C-E595980A7931}" srcOrd="0" destOrd="0" presId="urn:microsoft.com/office/officeart/2016/7/layout/BasicLinearProcessNumbered"/>
    <dgm:cxn modelId="{D6D690EE-31DE-4631-B7E3-45CE290ED388}" type="presParOf" srcId="{E3F44AA0-CA20-410C-B2C6-62CAEFC73472}" destId="{9BC02530-D158-4C21-9AFD-C72D3275C8AA}" srcOrd="1" destOrd="0" presId="urn:microsoft.com/office/officeart/2016/7/layout/BasicLinearProcessNumbered"/>
    <dgm:cxn modelId="{CC302D34-B98C-44CE-8842-47F28A2CA58E}" type="presParOf" srcId="{E3F44AA0-CA20-410C-B2C6-62CAEFC73472}" destId="{837C3825-52BE-43CC-B49F-76DE68F72BDE}" srcOrd="2" destOrd="0" presId="urn:microsoft.com/office/officeart/2016/7/layout/BasicLinearProcessNumbered"/>
    <dgm:cxn modelId="{F7A72EE2-6AF1-4A55-BBA6-16FABA89F25E}" type="presParOf" srcId="{E3F44AA0-CA20-410C-B2C6-62CAEFC73472}" destId="{9577801B-D3AE-444D-87A4-35877141EA75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3BE013B-0A45-4059-96CE-ED509327DF7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04A287A-0419-40CD-8AAA-8804CE26F1B4}">
      <dgm:prSet/>
      <dgm:spPr/>
      <dgm:t>
        <a:bodyPr/>
        <a:lstStyle/>
        <a:p>
          <a:r>
            <a:rPr lang="en-US" b="0" i="0" baseline="0" dirty="0"/>
            <a:t>Converts text to numerical vectors</a:t>
          </a:r>
          <a:endParaRPr lang="en-US" dirty="0"/>
        </a:p>
      </dgm:t>
    </dgm:pt>
    <dgm:pt modelId="{88A8DB74-65CB-4CB5-A370-4F0E19843F2D}" type="parTrans" cxnId="{A20B985D-B50C-4843-992C-8DE0AF895C0C}">
      <dgm:prSet/>
      <dgm:spPr/>
      <dgm:t>
        <a:bodyPr/>
        <a:lstStyle/>
        <a:p>
          <a:endParaRPr lang="en-US"/>
        </a:p>
      </dgm:t>
    </dgm:pt>
    <dgm:pt modelId="{8E3A6CD0-4A7A-493A-ACC4-538622651A8C}" type="sibTrans" cxnId="{A20B985D-B50C-4843-992C-8DE0AF895C0C}">
      <dgm:prSet/>
      <dgm:spPr/>
      <dgm:t>
        <a:bodyPr/>
        <a:lstStyle/>
        <a:p>
          <a:endParaRPr lang="en-US"/>
        </a:p>
      </dgm:t>
    </dgm:pt>
    <dgm:pt modelId="{0060CE35-7882-4DBC-9D7E-E2361915E8D2}">
      <dgm:prSet/>
      <dgm:spPr/>
      <dgm:t>
        <a:bodyPr/>
        <a:lstStyle/>
        <a:p>
          <a:r>
            <a:rPr lang="en-US" b="0" i="0" baseline="0" dirty="0"/>
            <a:t>Highlights important words</a:t>
          </a:r>
          <a:endParaRPr lang="en-US" dirty="0"/>
        </a:p>
      </dgm:t>
    </dgm:pt>
    <dgm:pt modelId="{73CF6A1A-C404-4653-B049-BFB9052B693F}" type="parTrans" cxnId="{CF5BCBC0-B5B3-41B4-AEF5-2D4EF6F240F3}">
      <dgm:prSet/>
      <dgm:spPr/>
      <dgm:t>
        <a:bodyPr/>
        <a:lstStyle/>
        <a:p>
          <a:endParaRPr lang="en-US"/>
        </a:p>
      </dgm:t>
    </dgm:pt>
    <dgm:pt modelId="{1EB704BB-047B-4F24-8311-2E46F2F9A836}" type="sibTrans" cxnId="{CF5BCBC0-B5B3-41B4-AEF5-2D4EF6F240F3}">
      <dgm:prSet/>
      <dgm:spPr/>
      <dgm:t>
        <a:bodyPr/>
        <a:lstStyle/>
        <a:p>
          <a:endParaRPr lang="en-US"/>
        </a:p>
      </dgm:t>
    </dgm:pt>
    <dgm:pt modelId="{61DBF776-D4D1-45BC-A097-FE3A2485E6EB}">
      <dgm:prSet/>
      <dgm:spPr/>
      <dgm:t>
        <a:bodyPr/>
        <a:lstStyle/>
        <a:p>
          <a:r>
            <a:rPr lang="en-US" b="0" i="0" baseline="0" dirty="0"/>
            <a:t>5000 features used</a:t>
          </a:r>
          <a:endParaRPr lang="en-US" dirty="0"/>
        </a:p>
      </dgm:t>
    </dgm:pt>
    <dgm:pt modelId="{84812C27-478F-43E8-AF1C-EBD879949654}" type="parTrans" cxnId="{BB288EB0-D2E5-4A6B-972F-6525C887429C}">
      <dgm:prSet/>
      <dgm:spPr/>
      <dgm:t>
        <a:bodyPr/>
        <a:lstStyle/>
        <a:p>
          <a:endParaRPr lang="en-US"/>
        </a:p>
      </dgm:t>
    </dgm:pt>
    <dgm:pt modelId="{3534FE1E-5FEB-48CF-AF70-5C5A4B40A1C3}" type="sibTrans" cxnId="{BB288EB0-D2E5-4A6B-972F-6525C887429C}">
      <dgm:prSet/>
      <dgm:spPr/>
      <dgm:t>
        <a:bodyPr/>
        <a:lstStyle/>
        <a:p>
          <a:endParaRPr lang="en-US"/>
        </a:p>
      </dgm:t>
    </dgm:pt>
    <dgm:pt modelId="{9F219959-7EC6-4484-A2DC-052AF05A7912}">
      <dgm:prSet/>
      <dgm:spPr/>
      <dgm:t>
        <a:bodyPr/>
        <a:lstStyle/>
        <a:p>
          <a:r>
            <a:rPr lang="en-US" b="0" i="0" baseline="0" dirty="0"/>
            <a:t>Works well with Logistic Regression</a:t>
          </a:r>
          <a:endParaRPr lang="en-US" dirty="0"/>
        </a:p>
      </dgm:t>
    </dgm:pt>
    <dgm:pt modelId="{CF184536-3701-454D-BA17-076381578612}" type="parTrans" cxnId="{38F7ED82-CDCB-4EDD-80D6-D96A1E55C6A1}">
      <dgm:prSet/>
      <dgm:spPr/>
      <dgm:t>
        <a:bodyPr/>
        <a:lstStyle/>
        <a:p>
          <a:endParaRPr lang="en-US"/>
        </a:p>
      </dgm:t>
    </dgm:pt>
    <dgm:pt modelId="{744FF236-1CDB-490B-8B39-11CE11750380}" type="sibTrans" cxnId="{38F7ED82-CDCB-4EDD-80D6-D96A1E55C6A1}">
      <dgm:prSet/>
      <dgm:spPr/>
      <dgm:t>
        <a:bodyPr/>
        <a:lstStyle/>
        <a:p>
          <a:endParaRPr lang="en-US"/>
        </a:p>
      </dgm:t>
    </dgm:pt>
    <dgm:pt modelId="{D9CCDFAB-EFA0-4F22-906A-CBA0A080FFD7}" type="pres">
      <dgm:prSet presAssocID="{E3BE013B-0A45-4059-96CE-ED509327DF77}" presName="root" presStyleCnt="0">
        <dgm:presLayoutVars>
          <dgm:dir/>
          <dgm:resizeHandles val="exact"/>
        </dgm:presLayoutVars>
      </dgm:prSet>
      <dgm:spPr/>
    </dgm:pt>
    <dgm:pt modelId="{03DAB96E-1D78-43DF-8C00-3B22D4BC999A}" type="pres">
      <dgm:prSet presAssocID="{F04A287A-0419-40CD-8AAA-8804CE26F1B4}" presName="compNode" presStyleCnt="0"/>
      <dgm:spPr/>
    </dgm:pt>
    <dgm:pt modelId="{9CE45EED-4062-425D-8389-FC460B1D3FF3}" type="pres">
      <dgm:prSet presAssocID="{F04A287A-0419-40CD-8AAA-8804CE26F1B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D6EE89D2-FA29-4AE4-A323-803CD1CE053D}" type="pres">
      <dgm:prSet presAssocID="{F04A287A-0419-40CD-8AAA-8804CE26F1B4}" presName="spaceRect" presStyleCnt="0"/>
      <dgm:spPr/>
    </dgm:pt>
    <dgm:pt modelId="{7233F8D3-480A-42D5-8CCA-804EFBA33BEA}" type="pres">
      <dgm:prSet presAssocID="{F04A287A-0419-40CD-8AAA-8804CE26F1B4}" presName="textRect" presStyleLbl="revTx" presStyleIdx="0" presStyleCnt="4">
        <dgm:presLayoutVars>
          <dgm:chMax val="1"/>
          <dgm:chPref val="1"/>
        </dgm:presLayoutVars>
      </dgm:prSet>
      <dgm:spPr/>
    </dgm:pt>
    <dgm:pt modelId="{B6211898-E2F9-41C5-A9E2-3809287922AD}" type="pres">
      <dgm:prSet presAssocID="{8E3A6CD0-4A7A-493A-ACC4-538622651A8C}" presName="sibTrans" presStyleCnt="0"/>
      <dgm:spPr/>
    </dgm:pt>
    <dgm:pt modelId="{C3320EB1-BA3B-4677-A16E-36DD46C25DA9}" type="pres">
      <dgm:prSet presAssocID="{0060CE35-7882-4DBC-9D7E-E2361915E8D2}" presName="compNode" presStyleCnt="0"/>
      <dgm:spPr/>
    </dgm:pt>
    <dgm:pt modelId="{FFB04F21-1ADC-47DE-80C9-1EBCEDD17DB9}" type="pres">
      <dgm:prSet presAssocID="{0060CE35-7882-4DBC-9D7E-E2361915E8D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25AB6B43-FA57-47A1-908D-7B6C25B59DDF}" type="pres">
      <dgm:prSet presAssocID="{0060CE35-7882-4DBC-9D7E-E2361915E8D2}" presName="spaceRect" presStyleCnt="0"/>
      <dgm:spPr/>
    </dgm:pt>
    <dgm:pt modelId="{E1A24C4C-7BB5-4F1B-82DA-DB99EB645E00}" type="pres">
      <dgm:prSet presAssocID="{0060CE35-7882-4DBC-9D7E-E2361915E8D2}" presName="textRect" presStyleLbl="revTx" presStyleIdx="1" presStyleCnt="4">
        <dgm:presLayoutVars>
          <dgm:chMax val="1"/>
          <dgm:chPref val="1"/>
        </dgm:presLayoutVars>
      </dgm:prSet>
      <dgm:spPr/>
    </dgm:pt>
    <dgm:pt modelId="{24C9917B-CB8B-4433-A483-5852AD0E6406}" type="pres">
      <dgm:prSet presAssocID="{1EB704BB-047B-4F24-8311-2E46F2F9A836}" presName="sibTrans" presStyleCnt="0"/>
      <dgm:spPr/>
    </dgm:pt>
    <dgm:pt modelId="{B7A04EFB-EDAA-4853-92C0-84C822D72D46}" type="pres">
      <dgm:prSet presAssocID="{61DBF776-D4D1-45BC-A097-FE3A2485E6EB}" presName="compNode" presStyleCnt="0"/>
      <dgm:spPr/>
    </dgm:pt>
    <dgm:pt modelId="{4C701F4C-075B-4570-BC1B-40167DC5986F}" type="pres">
      <dgm:prSet presAssocID="{61DBF776-D4D1-45BC-A097-FE3A2485E6E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6B3F8689-062A-4E37-A018-8FABA6AC0734}" type="pres">
      <dgm:prSet presAssocID="{61DBF776-D4D1-45BC-A097-FE3A2485E6EB}" presName="spaceRect" presStyleCnt="0"/>
      <dgm:spPr/>
    </dgm:pt>
    <dgm:pt modelId="{F88E50C4-2471-4959-B55F-4EDB16F0CD79}" type="pres">
      <dgm:prSet presAssocID="{61DBF776-D4D1-45BC-A097-FE3A2485E6EB}" presName="textRect" presStyleLbl="revTx" presStyleIdx="2" presStyleCnt="4">
        <dgm:presLayoutVars>
          <dgm:chMax val="1"/>
          <dgm:chPref val="1"/>
        </dgm:presLayoutVars>
      </dgm:prSet>
      <dgm:spPr/>
    </dgm:pt>
    <dgm:pt modelId="{E14E6013-9FFF-4791-BEBB-20D75BBA8FBB}" type="pres">
      <dgm:prSet presAssocID="{3534FE1E-5FEB-48CF-AF70-5C5A4B40A1C3}" presName="sibTrans" presStyleCnt="0"/>
      <dgm:spPr/>
    </dgm:pt>
    <dgm:pt modelId="{FCD105D9-429D-4952-9F0D-A2C04D814EB9}" type="pres">
      <dgm:prSet presAssocID="{9F219959-7EC6-4484-A2DC-052AF05A7912}" presName="compNode" presStyleCnt="0"/>
      <dgm:spPr/>
    </dgm:pt>
    <dgm:pt modelId="{0BF3EE6F-D5EF-4F5F-8F07-90295B0C61D9}" type="pres">
      <dgm:prSet presAssocID="{9F219959-7EC6-4484-A2DC-052AF05A791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iling Face with No Fill"/>
        </a:ext>
      </dgm:extLst>
    </dgm:pt>
    <dgm:pt modelId="{BE63E3F6-8CFA-4A55-A384-0B99AE97951B}" type="pres">
      <dgm:prSet presAssocID="{9F219959-7EC6-4484-A2DC-052AF05A7912}" presName="spaceRect" presStyleCnt="0"/>
      <dgm:spPr/>
    </dgm:pt>
    <dgm:pt modelId="{824B63C2-600F-4E11-A962-19C1184A7956}" type="pres">
      <dgm:prSet presAssocID="{9F219959-7EC6-4484-A2DC-052AF05A791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49AB009-2C5D-44E3-8874-568E28047197}" type="presOf" srcId="{F04A287A-0419-40CD-8AAA-8804CE26F1B4}" destId="{7233F8D3-480A-42D5-8CCA-804EFBA33BEA}" srcOrd="0" destOrd="0" presId="urn:microsoft.com/office/officeart/2018/2/layout/IconLabelList"/>
    <dgm:cxn modelId="{DB185631-A264-41A9-9E73-9595246BAC79}" type="presOf" srcId="{61DBF776-D4D1-45BC-A097-FE3A2485E6EB}" destId="{F88E50C4-2471-4959-B55F-4EDB16F0CD79}" srcOrd="0" destOrd="0" presId="urn:microsoft.com/office/officeart/2018/2/layout/IconLabelList"/>
    <dgm:cxn modelId="{A20B985D-B50C-4843-992C-8DE0AF895C0C}" srcId="{E3BE013B-0A45-4059-96CE-ED509327DF77}" destId="{F04A287A-0419-40CD-8AAA-8804CE26F1B4}" srcOrd="0" destOrd="0" parTransId="{88A8DB74-65CB-4CB5-A370-4F0E19843F2D}" sibTransId="{8E3A6CD0-4A7A-493A-ACC4-538622651A8C}"/>
    <dgm:cxn modelId="{240C0C4E-17B8-46D7-B3F3-C08922AA85DC}" type="presOf" srcId="{9F219959-7EC6-4484-A2DC-052AF05A7912}" destId="{824B63C2-600F-4E11-A962-19C1184A7956}" srcOrd="0" destOrd="0" presId="urn:microsoft.com/office/officeart/2018/2/layout/IconLabelList"/>
    <dgm:cxn modelId="{D0FB9177-72DF-4B59-98DC-9FDE594658A0}" type="presOf" srcId="{0060CE35-7882-4DBC-9D7E-E2361915E8D2}" destId="{E1A24C4C-7BB5-4F1B-82DA-DB99EB645E00}" srcOrd="0" destOrd="0" presId="urn:microsoft.com/office/officeart/2018/2/layout/IconLabelList"/>
    <dgm:cxn modelId="{38F7ED82-CDCB-4EDD-80D6-D96A1E55C6A1}" srcId="{E3BE013B-0A45-4059-96CE-ED509327DF77}" destId="{9F219959-7EC6-4484-A2DC-052AF05A7912}" srcOrd="3" destOrd="0" parTransId="{CF184536-3701-454D-BA17-076381578612}" sibTransId="{744FF236-1CDB-490B-8B39-11CE11750380}"/>
    <dgm:cxn modelId="{BB288EB0-D2E5-4A6B-972F-6525C887429C}" srcId="{E3BE013B-0A45-4059-96CE-ED509327DF77}" destId="{61DBF776-D4D1-45BC-A097-FE3A2485E6EB}" srcOrd="2" destOrd="0" parTransId="{84812C27-478F-43E8-AF1C-EBD879949654}" sibTransId="{3534FE1E-5FEB-48CF-AF70-5C5A4B40A1C3}"/>
    <dgm:cxn modelId="{CF5BCBC0-B5B3-41B4-AEF5-2D4EF6F240F3}" srcId="{E3BE013B-0A45-4059-96CE-ED509327DF77}" destId="{0060CE35-7882-4DBC-9D7E-E2361915E8D2}" srcOrd="1" destOrd="0" parTransId="{73CF6A1A-C404-4653-B049-BFB9052B693F}" sibTransId="{1EB704BB-047B-4F24-8311-2E46F2F9A836}"/>
    <dgm:cxn modelId="{0FD52AFD-0572-4DB4-BBFC-75F638EB6262}" type="presOf" srcId="{E3BE013B-0A45-4059-96CE-ED509327DF77}" destId="{D9CCDFAB-EFA0-4F22-906A-CBA0A080FFD7}" srcOrd="0" destOrd="0" presId="urn:microsoft.com/office/officeart/2018/2/layout/IconLabelList"/>
    <dgm:cxn modelId="{618DF5A8-7861-4DA1-8368-4D703573DE6D}" type="presParOf" srcId="{D9CCDFAB-EFA0-4F22-906A-CBA0A080FFD7}" destId="{03DAB96E-1D78-43DF-8C00-3B22D4BC999A}" srcOrd="0" destOrd="0" presId="urn:microsoft.com/office/officeart/2018/2/layout/IconLabelList"/>
    <dgm:cxn modelId="{239D7636-2E2C-4143-AE8B-210D54AF5EB4}" type="presParOf" srcId="{03DAB96E-1D78-43DF-8C00-3B22D4BC999A}" destId="{9CE45EED-4062-425D-8389-FC460B1D3FF3}" srcOrd="0" destOrd="0" presId="urn:microsoft.com/office/officeart/2018/2/layout/IconLabelList"/>
    <dgm:cxn modelId="{519D6F7D-2A90-4C41-A25B-2D53325D0BF5}" type="presParOf" srcId="{03DAB96E-1D78-43DF-8C00-3B22D4BC999A}" destId="{D6EE89D2-FA29-4AE4-A323-803CD1CE053D}" srcOrd="1" destOrd="0" presId="urn:microsoft.com/office/officeart/2018/2/layout/IconLabelList"/>
    <dgm:cxn modelId="{C0AFD73F-E530-45F6-814C-06D9B16913AA}" type="presParOf" srcId="{03DAB96E-1D78-43DF-8C00-3B22D4BC999A}" destId="{7233F8D3-480A-42D5-8CCA-804EFBA33BEA}" srcOrd="2" destOrd="0" presId="urn:microsoft.com/office/officeart/2018/2/layout/IconLabelList"/>
    <dgm:cxn modelId="{F319533F-79F1-4461-8876-7DFDE3C5ACE9}" type="presParOf" srcId="{D9CCDFAB-EFA0-4F22-906A-CBA0A080FFD7}" destId="{B6211898-E2F9-41C5-A9E2-3809287922AD}" srcOrd="1" destOrd="0" presId="urn:microsoft.com/office/officeart/2018/2/layout/IconLabelList"/>
    <dgm:cxn modelId="{C5A60D70-F353-41BE-B0B3-2414C568E721}" type="presParOf" srcId="{D9CCDFAB-EFA0-4F22-906A-CBA0A080FFD7}" destId="{C3320EB1-BA3B-4677-A16E-36DD46C25DA9}" srcOrd="2" destOrd="0" presId="urn:microsoft.com/office/officeart/2018/2/layout/IconLabelList"/>
    <dgm:cxn modelId="{78E73E86-E7D3-4F4D-8859-D135D98A382C}" type="presParOf" srcId="{C3320EB1-BA3B-4677-A16E-36DD46C25DA9}" destId="{FFB04F21-1ADC-47DE-80C9-1EBCEDD17DB9}" srcOrd="0" destOrd="0" presId="urn:microsoft.com/office/officeart/2018/2/layout/IconLabelList"/>
    <dgm:cxn modelId="{94E07115-6304-489F-B2F5-1868F94B931D}" type="presParOf" srcId="{C3320EB1-BA3B-4677-A16E-36DD46C25DA9}" destId="{25AB6B43-FA57-47A1-908D-7B6C25B59DDF}" srcOrd="1" destOrd="0" presId="urn:microsoft.com/office/officeart/2018/2/layout/IconLabelList"/>
    <dgm:cxn modelId="{ED42968D-B911-4FA2-B5F2-61027C77264C}" type="presParOf" srcId="{C3320EB1-BA3B-4677-A16E-36DD46C25DA9}" destId="{E1A24C4C-7BB5-4F1B-82DA-DB99EB645E00}" srcOrd="2" destOrd="0" presId="urn:microsoft.com/office/officeart/2018/2/layout/IconLabelList"/>
    <dgm:cxn modelId="{706EFE6F-1C26-4668-AB1B-56648FC80AE3}" type="presParOf" srcId="{D9CCDFAB-EFA0-4F22-906A-CBA0A080FFD7}" destId="{24C9917B-CB8B-4433-A483-5852AD0E6406}" srcOrd="3" destOrd="0" presId="urn:microsoft.com/office/officeart/2018/2/layout/IconLabelList"/>
    <dgm:cxn modelId="{4584A871-F6B1-4331-8D71-6A60DE51424A}" type="presParOf" srcId="{D9CCDFAB-EFA0-4F22-906A-CBA0A080FFD7}" destId="{B7A04EFB-EDAA-4853-92C0-84C822D72D46}" srcOrd="4" destOrd="0" presId="urn:microsoft.com/office/officeart/2018/2/layout/IconLabelList"/>
    <dgm:cxn modelId="{0BB66BBB-9CC0-4015-B2D7-0E64966CF579}" type="presParOf" srcId="{B7A04EFB-EDAA-4853-92C0-84C822D72D46}" destId="{4C701F4C-075B-4570-BC1B-40167DC5986F}" srcOrd="0" destOrd="0" presId="urn:microsoft.com/office/officeart/2018/2/layout/IconLabelList"/>
    <dgm:cxn modelId="{4FD1EE56-23BA-4463-AD3A-60A5F76F8BA1}" type="presParOf" srcId="{B7A04EFB-EDAA-4853-92C0-84C822D72D46}" destId="{6B3F8689-062A-4E37-A018-8FABA6AC0734}" srcOrd="1" destOrd="0" presId="urn:microsoft.com/office/officeart/2018/2/layout/IconLabelList"/>
    <dgm:cxn modelId="{F7695240-D8C4-4FCE-8A06-835B79E70AE8}" type="presParOf" srcId="{B7A04EFB-EDAA-4853-92C0-84C822D72D46}" destId="{F88E50C4-2471-4959-B55F-4EDB16F0CD79}" srcOrd="2" destOrd="0" presId="urn:microsoft.com/office/officeart/2018/2/layout/IconLabelList"/>
    <dgm:cxn modelId="{0AF0A823-E6E1-474A-9BC5-D82282022B95}" type="presParOf" srcId="{D9CCDFAB-EFA0-4F22-906A-CBA0A080FFD7}" destId="{E14E6013-9FFF-4791-BEBB-20D75BBA8FBB}" srcOrd="5" destOrd="0" presId="urn:microsoft.com/office/officeart/2018/2/layout/IconLabelList"/>
    <dgm:cxn modelId="{B7766A45-112B-41C5-80FB-69E0D58C6FF7}" type="presParOf" srcId="{D9CCDFAB-EFA0-4F22-906A-CBA0A080FFD7}" destId="{FCD105D9-429D-4952-9F0D-A2C04D814EB9}" srcOrd="6" destOrd="0" presId="urn:microsoft.com/office/officeart/2018/2/layout/IconLabelList"/>
    <dgm:cxn modelId="{0843E78F-4A70-4635-96DA-9A11316F91E6}" type="presParOf" srcId="{FCD105D9-429D-4952-9F0D-A2C04D814EB9}" destId="{0BF3EE6F-D5EF-4F5F-8F07-90295B0C61D9}" srcOrd="0" destOrd="0" presId="urn:microsoft.com/office/officeart/2018/2/layout/IconLabelList"/>
    <dgm:cxn modelId="{5A61ADC1-F767-4591-B6AB-C5BF42CB2974}" type="presParOf" srcId="{FCD105D9-429D-4952-9F0D-A2C04D814EB9}" destId="{BE63E3F6-8CFA-4A55-A384-0B99AE97951B}" srcOrd="1" destOrd="0" presId="urn:microsoft.com/office/officeart/2018/2/layout/IconLabelList"/>
    <dgm:cxn modelId="{4C2041B6-5B50-4FC5-9A35-70A0CA7418F4}" type="presParOf" srcId="{FCD105D9-429D-4952-9F0D-A2C04D814EB9}" destId="{824B63C2-600F-4E11-A962-19C1184A795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6540A80-A367-4DEB-862F-E412756A6CB3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9626F9C-E43E-4520-AC2A-1BF18DF1D308}">
      <dgm:prSet/>
      <dgm:spPr/>
      <dgm:t>
        <a:bodyPr/>
        <a:lstStyle/>
        <a:p>
          <a:r>
            <a:rPr lang="en-US" b="0" i="0" baseline="0" dirty="0"/>
            <a:t>Logistic Regression classifier</a:t>
          </a:r>
          <a:endParaRPr lang="en-US" dirty="0"/>
        </a:p>
      </dgm:t>
    </dgm:pt>
    <dgm:pt modelId="{0D3EB650-96BA-4DAB-8BC8-E53CBD9F89D1}" type="parTrans" cxnId="{AC69376F-6502-4BB8-BE75-92BFFE1DEDBF}">
      <dgm:prSet/>
      <dgm:spPr/>
      <dgm:t>
        <a:bodyPr/>
        <a:lstStyle/>
        <a:p>
          <a:endParaRPr lang="en-US"/>
        </a:p>
      </dgm:t>
    </dgm:pt>
    <dgm:pt modelId="{17B73299-D607-4626-AB1C-A5085F2C60D9}" type="sibTrans" cxnId="{AC69376F-6502-4BB8-BE75-92BFFE1DEDBF}">
      <dgm:prSet/>
      <dgm:spPr/>
      <dgm:t>
        <a:bodyPr/>
        <a:lstStyle/>
        <a:p>
          <a:endParaRPr lang="en-US"/>
        </a:p>
      </dgm:t>
    </dgm:pt>
    <dgm:pt modelId="{98AFB271-B1AF-4851-BB86-2983D7171C2A}">
      <dgm:prSet/>
      <dgm:spPr/>
      <dgm:t>
        <a:bodyPr/>
        <a:lstStyle/>
        <a:p>
          <a:r>
            <a:rPr lang="en-US" b="0" i="0" baseline="0" dirty="0"/>
            <a:t>Fast &amp; accurate for binary classification</a:t>
          </a:r>
          <a:endParaRPr lang="en-US" dirty="0"/>
        </a:p>
      </dgm:t>
    </dgm:pt>
    <dgm:pt modelId="{1C66F3B0-01A9-466D-912D-EE605CFADFE1}" type="parTrans" cxnId="{1552D56F-3862-46F3-9A61-0EC3B9C8A511}">
      <dgm:prSet/>
      <dgm:spPr/>
      <dgm:t>
        <a:bodyPr/>
        <a:lstStyle/>
        <a:p>
          <a:endParaRPr lang="en-US"/>
        </a:p>
      </dgm:t>
    </dgm:pt>
    <dgm:pt modelId="{9842B276-EC6A-49BE-A9F5-89627FC60775}" type="sibTrans" cxnId="{1552D56F-3862-46F3-9A61-0EC3B9C8A511}">
      <dgm:prSet/>
      <dgm:spPr/>
      <dgm:t>
        <a:bodyPr/>
        <a:lstStyle/>
        <a:p>
          <a:endParaRPr lang="en-US"/>
        </a:p>
      </dgm:t>
    </dgm:pt>
    <dgm:pt modelId="{693B417E-BFA6-4AAE-B691-AF8CA089295A}">
      <dgm:prSet/>
      <dgm:spPr/>
      <dgm:t>
        <a:bodyPr/>
        <a:lstStyle/>
        <a:p>
          <a:r>
            <a:rPr lang="en-US" b="0" i="0" baseline="0" dirty="0"/>
            <a:t>Good with sparse text features</a:t>
          </a:r>
          <a:endParaRPr lang="en-US" dirty="0"/>
        </a:p>
      </dgm:t>
    </dgm:pt>
    <dgm:pt modelId="{AE837C3A-212B-4D29-A658-648C1D990101}" type="parTrans" cxnId="{423B1FF3-1CDB-4748-BDE0-CD3D1058A277}">
      <dgm:prSet/>
      <dgm:spPr/>
      <dgm:t>
        <a:bodyPr/>
        <a:lstStyle/>
        <a:p>
          <a:endParaRPr lang="en-US"/>
        </a:p>
      </dgm:t>
    </dgm:pt>
    <dgm:pt modelId="{C1D444EB-6727-442E-8BC9-D64189CEE7B5}" type="sibTrans" cxnId="{423B1FF3-1CDB-4748-BDE0-CD3D1058A277}">
      <dgm:prSet/>
      <dgm:spPr/>
      <dgm:t>
        <a:bodyPr/>
        <a:lstStyle/>
        <a:p>
          <a:endParaRPr lang="en-US"/>
        </a:p>
      </dgm:t>
    </dgm:pt>
    <dgm:pt modelId="{4D048CAA-29D0-47A6-958D-DF5E69C19F47}">
      <dgm:prSet/>
      <dgm:spPr/>
      <dgm:t>
        <a:bodyPr/>
        <a:lstStyle/>
        <a:p>
          <a:r>
            <a:rPr lang="en-US" b="0" i="0" baseline="0" dirty="0"/>
            <a:t>Ideal for TF-IDF vectors</a:t>
          </a:r>
          <a:endParaRPr lang="en-US" dirty="0"/>
        </a:p>
      </dgm:t>
    </dgm:pt>
    <dgm:pt modelId="{C01433B7-65AB-4C9C-AF96-04900052B249}" type="parTrans" cxnId="{67C53922-97D8-4936-8B62-A3C90510A1E6}">
      <dgm:prSet/>
      <dgm:spPr/>
      <dgm:t>
        <a:bodyPr/>
        <a:lstStyle/>
        <a:p>
          <a:endParaRPr lang="en-US"/>
        </a:p>
      </dgm:t>
    </dgm:pt>
    <dgm:pt modelId="{3905FB28-5B43-45DD-A4B4-A25FD1B6F499}" type="sibTrans" cxnId="{67C53922-97D8-4936-8B62-A3C90510A1E6}">
      <dgm:prSet/>
      <dgm:spPr/>
      <dgm:t>
        <a:bodyPr/>
        <a:lstStyle/>
        <a:p>
          <a:endParaRPr lang="en-US"/>
        </a:p>
      </dgm:t>
    </dgm:pt>
    <dgm:pt modelId="{C218572C-A1B6-4DA0-92E4-9716BFC89695}" type="pres">
      <dgm:prSet presAssocID="{46540A80-A367-4DEB-862F-E412756A6CB3}" presName="vert0" presStyleCnt="0">
        <dgm:presLayoutVars>
          <dgm:dir/>
          <dgm:animOne val="branch"/>
          <dgm:animLvl val="lvl"/>
        </dgm:presLayoutVars>
      </dgm:prSet>
      <dgm:spPr/>
    </dgm:pt>
    <dgm:pt modelId="{FAB9CF3E-4EA0-4FC8-BEE5-5FBB40D67D5E}" type="pres">
      <dgm:prSet presAssocID="{19626F9C-E43E-4520-AC2A-1BF18DF1D308}" presName="thickLine" presStyleLbl="alignNode1" presStyleIdx="0" presStyleCnt="4"/>
      <dgm:spPr/>
    </dgm:pt>
    <dgm:pt modelId="{E48494B7-CB0D-4EF3-895E-BF8B787247DC}" type="pres">
      <dgm:prSet presAssocID="{19626F9C-E43E-4520-AC2A-1BF18DF1D308}" presName="horz1" presStyleCnt="0"/>
      <dgm:spPr/>
    </dgm:pt>
    <dgm:pt modelId="{A3204B75-2766-481D-B9FE-8E9E100ADAD4}" type="pres">
      <dgm:prSet presAssocID="{19626F9C-E43E-4520-AC2A-1BF18DF1D308}" presName="tx1" presStyleLbl="revTx" presStyleIdx="0" presStyleCnt="4"/>
      <dgm:spPr/>
    </dgm:pt>
    <dgm:pt modelId="{69E6C674-AEA2-4764-A2C4-13A77566C418}" type="pres">
      <dgm:prSet presAssocID="{19626F9C-E43E-4520-AC2A-1BF18DF1D308}" presName="vert1" presStyleCnt="0"/>
      <dgm:spPr/>
    </dgm:pt>
    <dgm:pt modelId="{231E8C24-A3FA-4EFF-98A9-5BDD0A26D0D8}" type="pres">
      <dgm:prSet presAssocID="{98AFB271-B1AF-4851-BB86-2983D7171C2A}" presName="thickLine" presStyleLbl="alignNode1" presStyleIdx="1" presStyleCnt="4"/>
      <dgm:spPr/>
    </dgm:pt>
    <dgm:pt modelId="{7DB0115B-EF47-4007-85F9-72914026925B}" type="pres">
      <dgm:prSet presAssocID="{98AFB271-B1AF-4851-BB86-2983D7171C2A}" presName="horz1" presStyleCnt="0"/>
      <dgm:spPr/>
    </dgm:pt>
    <dgm:pt modelId="{E794A088-957B-4600-8ECA-BD3376B63110}" type="pres">
      <dgm:prSet presAssocID="{98AFB271-B1AF-4851-BB86-2983D7171C2A}" presName="tx1" presStyleLbl="revTx" presStyleIdx="1" presStyleCnt="4"/>
      <dgm:spPr/>
    </dgm:pt>
    <dgm:pt modelId="{20E0615D-A71A-462E-A163-32206387F850}" type="pres">
      <dgm:prSet presAssocID="{98AFB271-B1AF-4851-BB86-2983D7171C2A}" presName="vert1" presStyleCnt="0"/>
      <dgm:spPr/>
    </dgm:pt>
    <dgm:pt modelId="{C344F134-3E8D-4E8A-AAF6-3B681838F48A}" type="pres">
      <dgm:prSet presAssocID="{693B417E-BFA6-4AAE-B691-AF8CA089295A}" presName="thickLine" presStyleLbl="alignNode1" presStyleIdx="2" presStyleCnt="4"/>
      <dgm:spPr/>
    </dgm:pt>
    <dgm:pt modelId="{5ACF9068-7C40-4D3E-84B0-1CAA16977147}" type="pres">
      <dgm:prSet presAssocID="{693B417E-BFA6-4AAE-B691-AF8CA089295A}" presName="horz1" presStyleCnt="0"/>
      <dgm:spPr/>
    </dgm:pt>
    <dgm:pt modelId="{470E7E66-2FA2-4B4F-811B-3AD91E54D171}" type="pres">
      <dgm:prSet presAssocID="{693B417E-BFA6-4AAE-B691-AF8CA089295A}" presName="tx1" presStyleLbl="revTx" presStyleIdx="2" presStyleCnt="4"/>
      <dgm:spPr/>
    </dgm:pt>
    <dgm:pt modelId="{CFA06A09-6297-474B-ADAC-BC67B0629776}" type="pres">
      <dgm:prSet presAssocID="{693B417E-BFA6-4AAE-B691-AF8CA089295A}" presName="vert1" presStyleCnt="0"/>
      <dgm:spPr/>
    </dgm:pt>
    <dgm:pt modelId="{348190CA-1741-4109-82E4-D600DB2985D7}" type="pres">
      <dgm:prSet presAssocID="{4D048CAA-29D0-47A6-958D-DF5E69C19F47}" presName="thickLine" presStyleLbl="alignNode1" presStyleIdx="3" presStyleCnt="4"/>
      <dgm:spPr/>
    </dgm:pt>
    <dgm:pt modelId="{937A0A77-91BB-455C-9D57-4175285A99E3}" type="pres">
      <dgm:prSet presAssocID="{4D048CAA-29D0-47A6-958D-DF5E69C19F47}" presName="horz1" presStyleCnt="0"/>
      <dgm:spPr/>
    </dgm:pt>
    <dgm:pt modelId="{714DE1DC-E675-487E-8331-4C716692866E}" type="pres">
      <dgm:prSet presAssocID="{4D048CAA-29D0-47A6-958D-DF5E69C19F47}" presName="tx1" presStyleLbl="revTx" presStyleIdx="3" presStyleCnt="4"/>
      <dgm:spPr/>
    </dgm:pt>
    <dgm:pt modelId="{A334F6E6-54CB-4DDB-8514-6FC5E0E2EA66}" type="pres">
      <dgm:prSet presAssocID="{4D048CAA-29D0-47A6-958D-DF5E69C19F47}" presName="vert1" presStyleCnt="0"/>
      <dgm:spPr/>
    </dgm:pt>
  </dgm:ptLst>
  <dgm:cxnLst>
    <dgm:cxn modelId="{67C53922-97D8-4936-8B62-A3C90510A1E6}" srcId="{46540A80-A367-4DEB-862F-E412756A6CB3}" destId="{4D048CAA-29D0-47A6-958D-DF5E69C19F47}" srcOrd="3" destOrd="0" parTransId="{C01433B7-65AB-4C9C-AF96-04900052B249}" sibTransId="{3905FB28-5B43-45DD-A4B4-A25FD1B6F499}"/>
    <dgm:cxn modelId="{2C19142C-56CF-446B-8306-A7CDABC1C8DC}" type="presOf" srcId="{693B417E-BFA6-4AAE-B691-AF8CA089295A}" destId="{470E7E66-2FA2-4B4F-811B-3AD91E54D171}" srcOrd="0" destOrd="0" presId="urn:microsoft.com/office/officeart/2008/layout/LinedList"/>
    <dgm:cxn modelId="{AC69376F-6502-4BB8-BE75-92BFFE1DEDBF}" srcId="{46540A80-A367-4DEB-862F-E412756A6CB3}" destId="{19626F9C-E43E-4520-AC2A-1BF18DF1D308}" srcOrd="0" destOrd="0" parTransId="{0D3EB650-96BA-4DAB-8BC8-E53CBD9F89D1}" sibTransId="{17B73299-D607-4626-AB1C-A5085F2C60D9}"/>
    <dgm:cxn modelId="{1552D56F-3862-46F3-9A61-0EC3B9C8A511}" srcId="{46540A80-A367-4DEB-862F-E412756A6CB3}" destId="{98AFB271-B1AF-4851-BB86-2983D7171C2A}" srcOrd="1" destOrd="0" parTransId="{1C66F3B0-01A9-466D-912D-EE605CFADFE1}" sibTransId="{9842B276-EC6A-49BE-A9F5-89627FC60775}"/>
    <dgm:cxn modelId="{08B66CB4-D2F9-4D79-8616-39A9774A90C4}" type="presOf" srcId="{98AFB271-B1AF-4851-BB86-2983D7171C2A}" destId="{E794A088-957B-4600-8ECA-BD3376B63110}" srcOrd="0" destOrd="0" presId="urn:microsoft.com/office/officeart/2008/layout/LinedList"/>
    <dgm:cxn modelId="{B60B34CE-8712-451F-B3E7-30C32D657B13}" type="presOf" srcId="{4D048CAA-29D0-47A6-958D-DF5E69C19F47}" destId="{714DE1DC-E675-487E-8331-4C716692866E}" srcOrd="0" destOrd="0" presId="urn:microsoft.com/office/officeart/2008/layout/LinedList"/>
    <dgm:cxn modelId="{D9F015D4-3EE6-49C6-B825-74F1BE4522D2}" type="presOf" srcId="{46540A80-A367-4DEB-862F-E412756A6CB3}" destId="{C218572C-A1B6-4DA0-92E4-9716BFC89695}" srcOrd="0" destOrd="0" presId="urn:microsoft.com/office/officeart/2008/layout/LinedList"/>
    <dgm:cxn modelId="{1C6B0DEA-C9FA-4210-95F2-DE778B94E74D}" type="presOf" srcId="{19626F9C-E43E-4520-AC2A-1BF18DF1D308}" destId="{A3204B75-2766-481D-B9FE-8E9E100ADAD4}" srcOrd="0" destOrd="0" presId="urn:microsoft.com/office/officeart/2008/layout/LinedList"/>
    <dgm:cxn modelId="{423B1FF3-1CDB-4748-BDE0-CD3D1058A277}" srcId="{46540A80-A367-4DEB-862F-E412756A6CB3}" destId="{693B417E-BFA6-4AAE-B691-AF8CA089295A}" srcOrd="2" destOrd="0" parTransId="{AE837C3A-212B-4D29-A658-648C1D990101}" sibTransId="{C1D444EB-6727-442E-8BC9-D64189CEE7B5}"/>
    <dgm:cxn modelId="{B2803AB2-4A5B-4672-9FEB-67C67D73DF59}" type="presParOf" srcId="{C218572C-A1B6-4DA0-92E4-9716BFC89695}" destId="{FAB9CF3E-4EA0-4FC8-BEE5-5FBB40D67D5E}" srcOrd="0" destOrd="0" presId="urn:microsoft.com/office/officeart/2008/layout/LinedList"/>
    <dgm:cxn modelId="{6E97441C-66A1-4056-AC2D-44EAB7033035}" type="presParOf" srcId="{C218572C-A1B6-4DA0-92E4-9716BFC89695}" destId="{E48494B7-CB0D-4EF3-895E-BF8B787247DC}" srcOrd="1" destOrd="0" presId="urn:microsoft.com/office/officeart/2008/layout/LinedList"/>
    <dgm:cxn modelId="{71930089-87BB-4B46-A366-EE6EAD304466}" type="presParOf" srcId="{E48494B7-CB0D-4EF3-895E-BF8B787247DC}" destId="{A3204B75-2766-481D-B9FE-8E9E100ADAD4}" srcOrd="0" destOrd="0" presId="urn:microsoft.com/office/officeart/2008/layout/LinedList"/>
    <dgm:cxn modelId="{724A33A4-82DA-46B6-A1B9-8A08BD26FD64}" type="presParOf" srcId="{E48494B7-CB0D-4EF3-895E-BF8B787247DC}" destId="{69E6C674-AEA2-4764-A2C4-13A77566C418}" srcOrd="1" destOrd="0" presId="urn:microsoft.com/office/officeart/2008/layout/LinedList"/>
    <dgm:cxn modelId="{280F782F-8505-4E20-8C21-FE15EB1C418A}" type="presParOf" srcId="{C218572C-A1B6-4DA0-92E4-9716BFC89695}" destId="{231E8C24-A3FA-4EFF-98A9-5BDD0A26D0D8}" srcOrd="2" destOrd="0" presId="urn:microsoft.com/office/officeart/2008/layout/LinedList"/>
    <dgm:cxn modelId="{82399D12-81B5-45ED-A8E8-3428A552985D}" type="presParOf" srcId="{C218572C-A1B6-4DA0-92E4-9716BFC89695}" destId="{7DB0115B-EF47-4007-85F9-72914026925B}" srcOrd="3" destOrd="0" presId="urn:microsoft.com/office/officeart/2008/layout/LinedList"/>
    <dgm:cxn modelId="{9F7D40C5-9994-4A65-86B5-CA77B66F7AC7}" type="presParOf" srcId="{7DB0115B-EF47-4007-85F9-72914026925B}" destId="{E794A088-957B-4600-8ECA-BD3376B63110}" srcOrd="0" destOrd="0" presId="urn:microsoft.com/office/officeart/2008/layout/LinedList"/>
    <dgm:cxn modelId="{58A55F4B-C3D1-4126-80FE-6CDCED737A73}" type="presParOf" srcId="{7DB0115B-EF47-4007-85F9-72914026925B}" destId="{20E0615D-A71A-462E-A163-32206387F850}" srcOrd="1" destOrd="0" presId="urn:microsoft.com/office/officeart/2008/layout/LinedList"/>
    <dgm:cxn modelId="{CCE0B22A-E118-45C3-86B9-288B9C534D19}" type="presParOf" srcId="{C218572C-A1B6-4DA0-92E4-9716BFC89695}" destId="{C344F134-3E8D-4E8A-AAF6-3B681838F48A}" srcOrd="4" destOrd="0" presId="urn:microsoft.com/office/officeart/2008/layout/LinedList"/>
    <dgm:cxn modelId="{D1D4DD20-0E55-446F-BE15-3C8086045E8C}" type="presParOf" srcId="{C218572C-A1B6-4DA0-92E4-9716BFC89695}" destId="{5ACF9068-7C40-4D3E-84B0-1CAA16977147}" srcOrd="5" destOrd="0" presId="urn:microsoft.com/office/officeart/2008/layout/LinedList"/>
    <dgm:cxn modelId="{F727891C-644B-4E91-BC57-A28F061F5263}" type="presParOf" srcId="{5ACF9068-7C40-4D3E-84B0-1CAA16977147}" destId="{470E7E66-2FA2-4B4F-811B-3AD91E54D171}" srcOrd="0" destOrd="0" presId="urn:microsoft.com/office/officeart/2008/layout/LinedList"/>
    <dgm:cxn modelId="{A71039A0-E99B-4128-AB45-8CEE5F3AD226}" type="presParOf" srcId="{5ACF9068-7C40-4D3E-84B0-1CAA16977147}" destId="{CFA06A09-6297-474B-ADAC-BC67B0629776}" srcOrd="1" destOrd="0" presId="urn:microsoft.com/office/officeart/2008/layout/LinedList"/>
    <dgm:cxn modelId="{DE2DD2E6-5E0F-4F1F-A969-D45194EBE30A}" type="presParOf" srcId="{C218572C-A1B6-4DA0-92E4-9716BFC89695}" destId="{348190CA-1741-4109-82E4-D600DB2985D7}" srcOrd="6" destOrd="0" presId="urn:microsoft.com/office/officeart/2008/layout/LinedList"/>
    <dgm:cxn modelId="{EB231C45-A7AB-4B69-BF3B-447AF0CC8A84}" type="presParOf" srcId="{C218572C-A1B6-4DA0-92E4-9716BFC89695}" destId="{937A0A77-91BB-455C-9D57-4175285A99E3}" srcOrd="7" destOrd="0" presId="urn:microsoft.com/office/officeart/2008/layout/LinedList"/>
    <dgm:cxn modelId="{6B315912-3109-4C03-B9A7-8FCDA46AF439}" type="presParOf" srcId="{937A0A77-91BB-455C-9D57-4175285A99E3}" destId="{714DE1DC-E675-487E-8331-4C716692866E}" srcOrd="0" destOrd="0" presId="urn:microsoft.com/office/officeart/2008/layout/LinedList"/>
    <dgm:cxn modelId="{2E717B98-AB07-4E54-9DEB-ED889FC07E0F}" type="presParOf" srcId="{937A0A77-91BB-455C-9D57-4175285A99E3}" destId="{A334F6E6-54CB-4DDB-8514-6FC5E0E2EA6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29EBB32-ECBB-4E69-93F4-BBD7DC2E064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D7D04AD-8D4D-4C14-A9FE-0E25D03641A8}">
      <dgm:prSet/>
      <dgm:spPr/>
      <dgm:t>
        <a:bodyPr/>
        <a:lstStyle/>
        <a:p>
          <a:pPr>
            <a:defRPr cap="all"/>
          </a:pPr>
          <a:r>
            <a:rPr lang="en-US" b="0" i="0" baseline="0"/>
            <a:t>Successfully built fake news detection system</a:t>
          </a:r>
          <a:endParaRPr lang="en-US"/>
        </a:p>
      </dgm:t>
    </dgm:pt>
    <dgm:pt modelId="{E8E4E626-255E-4528-AD2D-BA1F63593A35}" type="parTrans" cxnId="{2231F350-CA60-426E-82BC-9677C46E6775}">
      <dgm:prSet/>
      <dgm:spPr/>
      <dgm:t>
        <a:bodyPr/>
        <a:lstStyle/>
        <a:p>
          <a:endParaRPr lang="en-US"/>
        </a:p>
      </dgm:t>
    </dgm:pt>
    <dgm:pt modelId="{FB0CD974-9AE5-4863-B571-43611E2722C2}" type="sibTrans" cxnId="{2231F350-CA60-426E-82BC-9677C46E6775}">
      <dgm:prSet/>
      <dgm:spPr/>
      <dgm:t>
        <a:bodyPr/>
        <a:lstStyle/>
        <a:p>
          <a:endParaRPr lang="en-US"/>
        </a:p>
      </dgm:t>
    </dgm:pt>
    <dgm:pt modelId="{BED5F9D8-0E96-4D6D-88D7-68FC9676403A}">
      <dgm:prSet/>
      <dgm:spPr/>
      <dgm:t>
        <a:bodyPr/>
        <a:lstStyle/>
        <a:p>
          <a:pPr>
            <a:defRPr cap="all"/>
          </a:pPr>
          <a:r>
            <a:rPr lang="en-US" b="0" i="0" baseline="0"/>
            <a:t>High model accuracy</a:t>
          </a:r>
          <a:endParaRPr lang="en-US"/>
        </a:p>
      </dgm:t>
    </dgm:pt>
    <dgm:pt modelId="{92A040BE-0BA0-494B-B88A-FBB4E7555F6D}" type="parTrans" cxnId="{86203CF7-DFEB-49B2-91D7-A58C0D610571}">
      <dgm:prSet/>
      <dgm:spPr/>
      <dgm:t>
        <a:bodyPr/>
        <a:lstStyle/>
        <a:p>
          <a:endParaRPr lang="en-US"/>
        </a:p>
      </dgm:t>
    </dgm:pt>
    <dgm:pt modelId="{60C606B5-3A10-42BE-BDDE-261235E0BB96}" type="sibTrans" cxnId="{86203CF7-DFEB-49B2-91D7-A58C0D610571}">
      <dgm:prSet/>
      <dgm:spPr/>
      <dgm:t>
        <a:bodyPr/>
        <a:lstStyle/>
        <a:p>
          <a:endParaRPr lang="en-US"/>
        </a:p>
      </dgm:t>
    </dgm:pt>
    <dgm:pt modelId="{0F1E59F5-8921-44CC-A183-A74DFF27D50C}">
      <dgm:prSet/>
      <dgm:spPr/>
      <dgm:t>
        <a:bodyPr/>
        <a:lstStyle/>
        <a:p>
          <a:pPr>
            <a:defRPr cap="all"/>
          </a:pPr>
          <a:r>
            <a:rPr lang="en-US" b="0" i="0" baseline="0"/>
            <a:t>Smooth Flask deployment</a:t>
          </a:r>
          <a:endParaRPr lang="en-US"/>
        </a:p>
      </dgm:t>
    </dgm:pt>
    <dgm:pt modelId="{117F1A27-CDD7-4366-8E25-1F158BEDB65F}" type="parTrans" cxnId="{29CCDFEF-8EBA-4AD2-82F4-C020CCBA6FA1}">
      <dgm:prSet/>
      <dgm:spPr/>
      <dgm:t>
        <a:bodyPr/>
        <a:lstStyle/>
        <a:p>
          <a:endParaRPr lang="en-US"/>
        </a:p>
      </dgm:t>
    </dgm:pt>
    <dgm:pt modelId="{FA8E978A-9C7C-4A93-ABDA-96C6961EC554}" type="sibTrans" cxnId="{29CCDFEF-8EBA-4AD2-82F4-C020CCBA6FA1}">
      <dgm:prSet/>
      <dgm:spPr/>
      <dgm:t>
        <a:bodyPr/>
        <a:lstStyle/>
        <a:p>
          <a:endParaRPr lang="en-US"/>
        </a:p>
      </dgm:t>
    </dgm:pt>
    <dgm:pt modelId="{7C6F2D72-1536-4571-9A3D-129C0802F1A3}">
      <dgm:prSet/>
      <dgm:spPr/>
      <dgm:t>
        <a:bodyPr/>
        <a:lstStyle/>
        <a:p>
          <a:pPr>
            <a:defRPr cap="all"/>
          </a:pPr>
          <a:r>
            <a:rPr lang="en-US" b="0" i="0" baseline="0"/>
            <a:t>Useful for identifying misinformation</a:t>
          </a:r>
          <a:endParaRPr lang="en-US"/>
        </a:p>
      </dgm:t>
    </dgm:pt>
    <dgm:pt modelId="{DACF2AE5-DF58-454E-92A5-62556A1D630C}" type="parTrans" cxnId="{CF008958-7B5F-4038-B21B-6D20C541292C}">
      <dgm:prSet/>
      <dgm:spPr/>
      <dgm:t>
        <a:bodyPr/>
        <a:lstStyle/>
        <a:p>
          <a:endParaRPr lang="en-US"/>
        </a:p>
      </dgm:t>
    </dgm:pt>
    <dgm:pt modelId="{22A63782-91DD-49D0-89FE-C5411EEACA4D}" type="sibTrans" cxnId="{CF008958-7B5F-4038-B21B-6D20C541292C}">
      <dgm:prSet/>
      <dgm:spPr/>
      <dgm:t>
        <a:bodyPr/>
        <a:lstStyle/>
        <a:p>
          <a:endParaRPr lang="en-US"/>
        </a:p>
      </dgm:t>
    </dgm:pt>
    <dgm:pt modelId="{533E8691-BCC1-4774-BA3F-0F03D70E4A77}" type="pres">
      <dgm:prSet presAssocID="{D29EBB32-ECBB-4E69-93F4-BBD7DC2E064D}" presName="root" presStyleCnt="0">
        <dgm:presLayoutVars>
          <dgm:dir/>
          <dgm:resizeHandles val="exact"/>
        </dgm:presLayoutVars>
      </dgm:prSet>
      <dgm:spPr/>
    </dgm:pt>
    <dgm:pt modelId="{56DC7D1D-6B46-45D5-8F44-7B75AE8520B9}" type="pres">
      <dgm:prSet presAssocID="{3D7D04AD-8D4D-4C14-A9FE-0E25D03641A8}" presName="compNode" presStyleCnt="0"/>
      <dgm:spPr/>
    </dgm:pt>
    <dgm:pt modelId="{8E1C8053-0378-40BC-A375-048984B41378}" type="pres">
      <dgm:prSet presAssocID="{3D7D04AD-8D4D-4C14-A9FE-0E25D03641A8}" presName="iconBgRect" presStyleLbl="bgShp" presStyleIdx="0" presStyleCnt="4"/>
      <dgm:spPr/>
    </dgm:pt>
    <dgm:pt modelId="{55B7B16C-2422-425E-B75F-344388FE704F}" type="pres">
      <dgm:prSet presAssocID="{3D7D04AD-8D4D-4C14-A9FE-0E25D03641A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wspaper"/>
        </a:ext>
      </dgm:extLst>
    </dgm:pt>
    <dgm:pt modelId="{E5A8A026-0647-42B3-8864-0259D93415CF}" type="pres">
      <dgm:prSet presAssocID="{3D7D04AD-8D4D-4C14-A9FE-0E25D03641A8}" presName="spaceRect" presStyleCnt="0"/>
      <dgm:spPr/>
    </dgm:pt>
    <dgm:pt modelId="{0E5858DC-07CD-4EA6-8AF8-3F10AA50C1AE}" type="pres">
      <dgm:prSet presAssocID="{3D7D04AD-8D4D-4C14-A9FE-0E25D03641A8}" presName="textRect" presStyleLbl="revTx" presStyleIdx="0" presStyleCnt="4">
        <dgm:presLayoutVars>
          <dgm:chMax val="1"/>
          <dgm:chPref val="1"/>
        </dgm:presLayoutVars>
      </dgm:prSet>
      <dgm:spPr/>
    </dgm:pt>
    <dgm:pt modelId="{C604E1E4-9654-4CD9-93AC-673FCD8BEE6B}" type="pres">
      <dgm:prSet presAssocID="{FB0CD974-9AE5-4863-B571-43611E2722C2}" presName="sibTrans" presStyleCnt="0"/>
      <dgm:spPr/>
    </dgm:pt>
    <dgm:pt modelId="{D6638874-63BE-4729-9FF0-E35566862946}" type="pres">
      <dgm:prSet presAssocID="{BED5F9D8-0E96-4D6D-88D7-68FC9676403A}" presName="compNode" presStyleCnt="0"/>
      <dgm:spPr/>
    </dgm:pt>
    <dgm:pt modelId="{DDB70051-4E8F-4110-A0D3-8EEE792C4BCE}" type="pres">
      <dgm:prSet presAssocID="{BED5F9D8-0E96-4D6D-88D7-68FC9676403A}" presName="iconBgRect" presStyleLbl="bgShp" presStyleIdx="1" presStyleCnt="4"/>
      <dgm:spPr/>
    </dgm:pt>
    <dgm:pt modelId="{5C2FFB3E-7E1D-4F94-AD26-EE3CE8B2FA93}" type="pres">
      <dgm:prSet presAssocID="{BED5F9D8-0E96-4D6D-88D7-68FC9676403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3218652E-1909-4B75-A9D8-ECC0805F9A5F}" type="pres">
      <dgm:prSet presAssocID="{BED5F9D8-0E96-4D6D-88D7-68FC9676403A}" presName="spaceRect" presStyleCnt="0"/>
      <dgm:spPr/>
    </dgm:pt>
    <dgm:pt modelId="{4058D467-6432-4F92-8160-F7784C252C89}" type="pres">
      <dgm:prSet presAssocID="{BED5F9D8-0E96-4D6D-88D7-68FC9676403A}" presName="textRect" presStyleLbl="revTx" presStyleIdx="1" presStyleCnt="4">
        <dgm:presLayoutVars>
          <dgm:chMax val="1"/>
          <dgm:chPref val="1"/>
        </dgm:presLayoutVars>
      </dgm:prSet>
      <dgm:spPr/>
    </dgm:pt>
    <dgm:pt modelId="{9FD34CE7-D5C1-4FCC-8AEC-5AA2902667EC}" type="pres">
      <dgm:prSet presAssocID="{60C606B5-3A10-42BE-BDDE-261235E0BB96}" presName="sibTrans" presStyleCnt="0"/>
      <dgm:spPr/>
    </dgm:pt>
    <dgm:pt modelId="{51C0FA13-4085-4666-B18C-8CB5E509B3A8}" type="pres">
      <dgm:prSet presAssocID="{0F1E59F5-8921-44CC-A183-A74DFF27D50C}" presName="compNode" presStyleCnt="0"/>
      <dgm:spPr/>
    </dgm:pt>
    <dgm:pt modelId="{10E798F7-44AE-4511-8B82-E67AABDEECD5}" type="pres">
      <dgm:prSet presAssocID="{0F1E59F5-8921-44CC-A183-A74DFF27D50C}" presName="iconBgRect" presStyleLbl="bgShp" presStyleIdx="2" presStyleCnt="4"/>
      <dgm:spPr/>
    </dgm:pt>
    <dgm:pt modelId="{E55EEC88-0E90-4DE8-B941-096E6272A506}" type="pres">
      <dgm:prSet presAssocID="{0F1E59F5-8921-44CC-A183-A74DFF27D50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sk"/>
        </a:ext>
      </dgm:extLst>
    </dgm:pt>
    <dgm:pt modelId="{303AC607-D75C-4DF0-AE65-4708189825A7}" type="pres">
      <dgm:prSet presAssocID="{0F1E59F5-8921-44CC-A183-A74DFF27D50C}" presName="spaceRect" presStyleCnt="0"/>
      <dgm:spPr/>
    </dgm:pt>
    <dgm:pt modelId="{AF6BB3E0-E9FC-43A8-9C8A-170E518430A9}" type="pres">
      <dgm:prSet presAssocID="{0F1E59F5-8921-44CC-A183-A74DFF27D50C}" presName="textRect" presStyleLbl="revTx" presStyleIdx="2" presStyleCnt="4">
        <dgm:presLayoutVars>
          <dgm:chMax val="1"/>
          <dgm:chPref val="1"/>
        </dgm:presLayoutVars>
      </dgm:prSet>
      <dgm:spPr/>
    </dgm:pt>
    <dgm:pt modelId="{437774D4-405E-49AB-8A71-91F9D878882F}" type="pres">
      <dgm:prSet presAssocID="{FA8E978A-9C7C-4A93-ABDA-96C6961EC554}" presName="sibTrans" presStyleCnt="0"/>
      <dgm:spPr/>
    </dgm:pt>
    <dgm:pt modelId="{FFAD09E2-25A1-4746-A37D-83CEAEE95E0C}" type="pres">
      <dgm:prSet presAssocID="{7C6F2D72-1536-4571-9A3D-129C0802F1A3}" presName="compNode" presStyleCnt="0"/>
      <dgm:spPr/>
    </dgm:pt>
    <dgm:pt modelId="{5563B1FE-6B6F-4E29-A4C1-7ACDC8BD11D1}" type="pres">
      <dgm:prSet presAssocID="{7C6F2D72-1536-4571-9A3D-129C0802F1A3}" presName="iconBgRect" presStyleLbl="bgShp" presStyleIdx="3" presStyleCnt="4"/>
      <dgm:spPr/>
    </dgm:pt>
    <dgm:pt modelId="{4495BD71-A64B-4B08-A8AE-249A2A4C7D21}" type="pres">
      <dgm:prSet presAssocID="{7C6F2D72-1536-4571-9A3D-129C0802F1A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938E86F0-783F-4FBA-A849-7CA054B88B72}" type="pres">
      <dgm:prSet presAssocID="{7C6F2D72-1536-4571-9A3D-129C0802F1A3}" presName="spaceRect" presStyleCnt="0"/>
      <dgm:spPr/>
    </dgm:pt>
    <dgm:pt modelId="{CD24B209-16BC-4818-B6E2-36A9FAD25B90}" type="pres">
      <dgm:prSet presAssocID="{7C6F2D72-1536-4571-9A3D-129C0802F1A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1D60511-678D-4602-A72E-A70C7A9458DB}" type="presOf" srcId="{D29EBB32-ECBB-4E69-93F4-BBD7DC2E064D}" destId="{533E8691-BCC1-4774-BA3F-0F03D70E4A77}" srcOrd="0" destOrd="0" presId="urn:microsoft.com/office/officeart/2018/5/layout/IconCircleLabelList"/>
    <dgm:cxn modelId="{9DF5ED69-EA32-4FFE-89FF-32352227E10C}" type="presOf" srcId="{BED5F9D8-0E96-4D6D-88D7-68FC9676403A}" destId="{4058D467-6432-4F92-8160-F7784C252C89}" srcOrd="0" destOrd="0" presId="urn:microsoft.com/office/officeart/2018/5/layout/IconCircleLabelList"/>
    <dgm:cxn modelId="{FA28816E-FBC2-4504-AD21-6BB9C4E1129C}" type="presOf" srcId="{3D7D04AD-8D4D-4C14-A9FE-0E25D03641A8}" destId="{0E5858DC-07CD-4EA6-8AF8-3F10AA50C1AE}" srcOrd="0" destOrd="0" presId="urn:microsoft.com/office/officeart/2018/5/layout/IconCircleLabelList"/>
    <dgm:cxn modelId="{2231F350-CA60-426E-82BC-9677C46E6775}" srcId="{D29EBB32-ECBB-4E69-93F4-BBD7DC2E064D}" destId="{3D7D04AD-8D4D-4C14-A9FE-0E25D03641A8}" srcOrd="0" destOrd="0" parTransId="{E8E4E626-255E-4528-AD2D-BA1F63593A35}" sibTransId="{FB0CD974-9AE5-4863-B571-43611E2722C2}"/>
    <dgm:cxn modelId="{CF008958-7B5F-4038-B21B-6D20C541292C}" srcId="{D29EBB32-ECBB-4E69-93F4-BBD7DC2E064D}" destId="{7C6F2D72-1536-4571-9A3D-129C0802F1A3}" srcOrd="3" destOrd="0" parTransId="{DACF2AE5-DF58-454E-92A5-62556A1D630C}" sibTransId="{22A63782-91DD-49D0-89FE-C5411EEACA4D}"/>
    <dgm:cxn modelId="{C150EFB1-C30B-4E06-AD3A-30C275D14057}" type="presOf" srcId="{7C6F2D72-1536-4571-9A3D-129C0802F1A3}" destId="{CD24B209-16BC-4818-B6E2-36A9FAD25B90}" srcOrd="0" destOrd="0" presId="urn:microsoft.com/office/officeart/2018/5/layout/IconCircleLabelList"/>
    <dgm:cxn modelId="{D2A281D6-9236-4CBF-9F2D-2F7065B00704}" type="presOf" srcId="{0F1E59F5-8921-44CC-A183-A74DFF27D50C}" destId="{AF6BB3E0-E9FC-43A8-9C8A-170E518430A9}" srcOrd="0" destOrd="0" presId="urn:microsoft.com/office/officeart/2018/5/layout/IconCircleLabelList"/>
    <dgm:cxn modelId="{29CCDFEF-8EBA-4AD2-82F4-C020CCBA6FA1}" srcId="{D29EBB32-ECBB-4E69-93F4-BBD7DC2E064D}" destId="{0F1E59F5-8921-44CC-A183-A74DFF27D50C}" srcOrd="2" destOrd="0" parTransId="{117F1A27-CDD7-4366-8E25-1F158BEDB65F}" sibTransId="{FA8E978A-9C7C-4A93-ABDA-96C6961EC554}"/>
    <dgm:cxn modelId="{86203CF7-DFEB-49B2-91D7-A58C0D610571}" srcId="{D29EBB32-ECBB-4E69-93F4-BBD7DC2E064D}" destId="{BED5F9D8-0E96-4D6D-88D7-68FC9676403A}" srcOrd="1" destOrd="0" parTransId="{92A040BE-0BA0-494B-B88A-FBB4E7555F6D}" sibTransId="{60C606B5-3A10-42BE-BDDE-261235E0BB96}"/>
    <dgm:cxn modelId="{451A7276-AA59-4748-B4B8-CB2776D1B2E1}" type="presParOf" srcId="{533E8691-BCC1-4774-BA3F-0F03D70E4A77}" destId="{56DC7D1D-6B46-45D5-8F44-7B75AE8520B9}" srcOrd="0" destOrd="0" presId="urn:microsoft.com/office/officeart/2018/5/layout/IconCircleLabelList"/>
    <dgm:cxn modelId="{30C8FA66-D951-464E-AFC1-BD9F1D7567F2}" type="presParOf" srcId="{56DC7D1D-6B46-45D5-8F44-7B75AE8520B9}" destId="{8E1C8053-0378-40BC-A375-048984B41378}" srcOrd="0" destOrd="0" presId="urn:microsoft.com/office/officeart/2018/5/layout/IconCircleLabelList"/>
    <dgm:cxn modelId="{7AB588CA-E3FA-4800-B128-5789A3E5F349}" type="presParOf" srcId="{56DC7D1D-6B46-45D5-8F44-7B75AE8520B9}" destId="{55B7B16C-2422-425E-B75F-344388FE704F}" srcOrd="1" destOrd="0" presId="urn:microsoft.com/office/officeart/2018/5/layout/IconCircleLabelList"/>
    <dgm:cxn modelId="{2BB55083-24FA-4E76-9CCF-2740CD540D59}" type="presParOf" srcId="{56DC7D1D-6B46-45D5-8F44-7B75AE8520B9}" destId="{E5A8A026-0647-42B3-8864-0259D93415CF}" srcOrd="2" destOrd="0" presId="urn:microsoft.com/office/officeart/2018/5/layout/IconCircleLabelList"/>
    <dgm:cxn modelId="{B2F557E0-F64D-4BDC-9439-9BC983B046F7}" type="presParOf" srcId="{56DC7D1D-6B46-45D5-8F44-7B75AE8520B9}" destId="{0E5858DC-07CD-4EA6-8AF8-3F10AA50C1AE}" srcOrd="3" destOrd="0" presId="urn:microsoft.com/office/officeart/2018/5/layout/IconCircleLabelList"/>
    <dgm:cxn modelId="{BE96CCB3-5854-4F57-B3B3-D786383D9420}" type="presParOf" srcId="{533E8691-BCC1-4774-BA3F-0F03D70E4A77}" destId="{C604E1E4-9654-4CD9-93AC-673FCD8BEE6B}" srcOrd="1" destOrd="0" presId="urn:microsoft.com/office/officeart/2018/5/layout/IconCircleLabelList"/>
    <dgm:cxn modelId="{BC0FB3E7-F7DF-44D6-B993-CE2BAB231C45}" type="presParOf" srcId="{533E8691-BCC1-4774-BA3F-0F03D70E4A77}" destId="{D6638874-63BE-4729-9FF0-E35566862946}" srcOrd="2" destOrd="0" presId="urn:microsoft.com/office/officeart/2018/5/layout/IconCircleLabelList"/>
    <dgm:cxn modelId="{E231FB1C-9BB0-4C03-8A96-3B828E0D270A}" type="presParOf" srcId="{D6638874-63BE-4729-9FF0-E35566862946}" destId="{DDB70051-4E8F-4110-A0D3-8EEE792C4BCE}" srcOrd="0" destOrd="0" presId="urn:microsoft.com/office/officeart/2018/5/layout/IconCircleLabelList"/>
    <dgm:cxn modelId="{9ECA5B47-74B2-49E1-B671-8226D8A18E40}" type="presParOf" srcId="{D6638874-63BE-4729-9FF0-E35566862946}" destId="{5C2FFB3E-7E1D-4F94-AD26-EE3CE8B2FA93}" srcOrd="1" destOrd="0" presId="urn:microsoft.com/office/officeart/2018/5/layout/IconCircleLabelList"/>
    <dgm:cxn modelId="{433EC11F-5982-4DD0-933B-BC52E964B156}" type="presParOf" srcId="{D6638874-63BE-4729-9FF0-E35566862946}" destId="{3218652E-1909-4B75-A9D8-ECC0805F9A5F}" srcOrd="2" destOrd="0" presId="urn:microsoft.com/office/officeart/2018/5/layout/IconCircleLabelList"/>
    <dgm:cxn modelId="{0E614EAB-44F3-4C87-BFA6-49478241F6D0}" type="presParOf" srcId="{D6638874-63BE-4729-9FF0-E35566862946}" destId="{4058D467-6432-4F92-8160-F7784C252C89}" srcOrd="3" destOrd="0" presId="urn:microsoft.com/office/officeart/2018/5/layout/IconCircleLabelList"/>
    <dgm:cxn modelId="{D4D615C3-1B58-4ED4-B6D7-CDE3761E3626}" type="presParOf" srcId="{533E8691-BCC1-4774-BA3F-0F03D70E4A77}" destId="{9FD34CE7-D5C1-4FCC-8AEC-5AA2902667EC}" srcOrd="3" destOrd="0" presId="urn:microsoft.com/office/officeart/2018/5/layout/IconCircleLabelList"/>
    <dgm:cxn modelId="{088B3008-0275-45A9-A807-265F5D406A78}" type="presParOf" srcId="{533E8691-BCC1-4774-BA3F-0F03D70E4A77}" destId="{51C0FA13-4085-4666-B18C-8CB5E509B3A8}" srcOrd="4" destOrd="0" presId="urn:microsoft.com/office/officeart/2018/5/layout/IconCircleLabelList"/>
    <dgm:cxn modelId="{29666169-625C-4DE6-946B-BF478310DB5E}" type="presParOf" srcId="{51C0FA13-4085-4666-B18C-8CB5E509B3A8}" destId="{10E798F7-44AE-4511-8B82-E67AABDEECD5}" srcOrd="0" destOrd="0" presId="urn:microsoft.com/office/officeart/2018/5/layout/IconCircleLabelList"/>
    <dgm:cxn modelId="{85971441-856F-4C55-8B94-975001ADC341}" type="presParOf" srcId="{51C0FA13-4085-4666-B18C-8CB5E509B3A8}" destId="{E55EEC88-0E90-4DE8-B941-096E6272A506}" srcOrd="1" destOrd="0" presId="urn:microsoft.com/office/officeart/2018/5/layout/IconCircleLabelList"/>
    <dgm:cxn modelId="{C4EED70F-305D-40A8-9B7A-43956EF72D0D}" type="presParOf" srcId="{51C0FA13-4085-4666-B18C-8CB5E509B3A8}" destId="{303AC607-D75C-4DF0-AE65-4708189825A7}" srcOrd="2" destOrd="0" presId="urn:microsoft.com/office/officeart/2018/5/layout/IconCircleLabelList"/>
    <dgm:cxn modelId="{E71EDAC6-E501-4526-8915-39171EC9BC2E}" type="presParOf" srcId="{51C0FA13-4085-4666-B18C-8CB5E509B3A8}" destId="{AF6BB3E0-E9FC-43A8-9C8A-170E518430A9}" srcOrd="3" destOrd="0" presId="urn:microsoft.com/office/officeart/2018/5/layout/IconCircleLabelList"/>
    <dgm:cxn modelId="{D9D43194-2BFB-4645-98E0-67BDF27B1B21}" type="presParOf" srcId="{533E8691-BCC1-4774-BA3F-0F03D70E4A77}" destId="{437774D4-405E-49AB-8A71-91F9D878882F}" srcOrd="5" destOrd="0" presId="urn:microsoft.com/office/officeart/2018/5/layout/IconCircleLabelList"/>
    <dgm:cxn modelId="{2F5937AF-4049-411B-A2C4-CA38170782F3}" type="presParOf" srcId="{533E8691-BCC1-4774-BA3F-0F03D70E4A77}" destId="{FFAD09E2-25A1-4746-A37D-83CEAEE95E0C}" srcOrd="6" destOrd="0" presId="urn:microsoft.com/office/officeart/2018/5/layout/IconCircleLabelList"/>
    <dgm:cxn modelId="{3A02B6A2-64A4-4C6B-A80B-3C34172119E9}" type="presParOf" srcId="{FFAD09E2-25A1-4746-A37D-83CEAEE95E0C}" destId="{5563B1FE-6B6F-4E29-A4C1-7ACDC8BD11D1}" srcOrd="0" destOrd="0" presId="urn:microsoft.com/office/officeart/2018/5/layout/IconCircleLabelList"/>
    <dgm:cxn modelId="{AAA57EBA-0527-4F6C-937C-643516C9B2E7}" type="presParOf" srcId="{FFAD09E2-25A1-4746-A37D-83CEAEE95E0C}" destId="{4495BD71-A64B-4B08-A8AE-249A2A4C7D21}" srcOrd="1" destOrd="0" presId="urn:microsoft.com/office/officeart/2018/5/layout/IconCircleLabelList"/>
    <dgm:cxn modelId="{3F5AA6F8-A547-41D3-AD69-F473A4AC4305}" type="presParOf" srcId="{FFAD09E2-25A1-4746-A37D-83CEAEE95E0C}" destId="{938E86F0-783F-4FBA-A849-7CA054B88B72}" srcOrd="2" destOrd="0" presId="urn:microsoft.com/office/officeart/2018/5/layout/IconCircleLabelList"/>
    <dgm:cxn modelId="{9EC83F2A-4CAC-4EB6-A558-3E3B0007E7F6}" type="presParOf" srcId="{FFAD09E2-25A1-4746-A37D-83CEAEE95E0C}" destId="{CD24B209-16BC-4818-B6E2-36A9FAD25B9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7394B20-13DF-47FB-B791-0584AE5C95A4}" type="doc">
      <dgm:prSet loTypeId="urn:microsoft.com/office/officeart/2005/8/layout/hierarchy1" loCatId="hierarchy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DE6C495-6FC5-4CF8-8E13-E2C7B42DD13D}">
      <dgm:prSet/>
      <dgm:spPr/>
      <dgm:t>
        <a:bodyPr/>
        <a:lstStyle/>
        <a:p>
          <a:r>
            <a:rPr lang="en-US"/>
            <a:t>Use BERT or LLM models</a:t>
          </a:r>
        </a:p>
      </dgm:t>
    </dgm:pt>
    <dgm:pt modelId="{3773EB5E-90B7-4C0C-A0D1-1496D06CFD0D}" type="parTrans" cxnId="{232E9D4C-0F6C-4BF2-8F6E-1CE526BBD521}">
      <dgm:prSet/>
      <dgm:spPr/>
      <dgm:t>
        <a:bodyPr/>
        <a:lstStyle/>
        <a:p>
          <a:endParaRPr lang="en-US"/>
        </a:p>
      </dgm:t>
    </dgm:pt>
    <dgm:pt modelId="{C39FE16D-470B-4913-ABCB-A67E0AA4C89F}" type="sibTrans" cxnId="{232E9D4C-0F6C-4BF2-8F6E-1CE526BBD521}">
      <dgm:prSet/>
      <dgm:spPr/>
      <dgm:t>
        <a:bodyPr/>
        <a:lstStyle/>
        <a:p>
          <a:endParaRPr lang="en-US"/>
        </a:p>
      </dgm:t>
    </dgm:pt>
    <dgm:pt modelId="{FE822AFA-3F80-4DC2-A885-A08A10192A20}">
      <dgm:prSet/>
      <dgm:spPr/>
      <dgm:t>
        <a:bodyPr/>
        <a:lstStyle/>
        <a:p>
          <a:r>
            <a:rPr lang="en-US"/>
            <a:t>Deploy online</a:t>
          </a:r>
        </a:p>
      </dgm:t>
    </dgm:pt>
    <dgm:pt modelId="{538BDDC8-C3A1-429E-925E-CA582E549A1D}" type="parTrans" cxnId="{4CE19737-E51C-4ACD-89AA-254915ACDF30}">
      <dgm:prSet/>
      <dgm:spPr/>
      <dgm:t>
        <a:bodyPr/>
        <a:lstStyle/>
        <a:p>
          <a:endParaRPr lang="en-US"/>
        </a:p>
      </dgm:t>
    </dgm:pt>
    <dgm:pt modelId="{D825DA05-0E0C-473B-82D8-3EC23BFDF701}" type="sibTrans" cxnId="{4CE19737-E51C-4ACD-89AA-254915ACDF30}">
      <dgm:prSet/>
      <dgm:spPr/>
      <dgm:t>
        <a:bodyPr/>
        <a:lstStyle/>
        <a:p>
          <a:endParaRPr lang="en-US"/>
        </a:p>
      </dgm:t>
    </dgm:pt>
    <dgm:pt modelId="{62AA74F5-32EE-431A-B525-10539C080C8B}">
      <dgm:prSet/>
      <dgm:spPr/>
      <dgm:t>
        <a:bodyPr/>
        <a:lstStyle/>
        <a:p>
          <a:r>
            <a:rPr lang="en-US"/>
            <a:t>Real-time detection system</a:t>
          </a:r>
        </a:p>
      </dgm:t>
    </dgm:pt>
    <dgm:pt modelId="{FD8FE3FE-A04F-49C1-94E5-D34EFC57F843}" type="parTrans" cxnId="{C20E38E5-DE0D-400F-8E9A-B864A00EF902}">
      <dgm:prSet/>
      <dgm:spPr/>
      <dgm:t>
        <a:bodyPr/>
        <a:lstStyle/>
        <a:p>
          <a:endParaRPr lang="en-US"/>
        </a:p>
      </dgm:t>
    </dgm:pt>
    <dgm:pt modelId="{46D26C46-9EAB-49E4-BDF9-A3629B7445D3}" type="sibTrans" cxnId="{C20E38E5-DE0D-400F-8E9A-B864A00EF902}">
      <dgm:prSet/>
      <dgm:spPr/>
      <dgm:t>
        <a:bodyPr/>
        <a:lstStyle/>
        <a:p>
          <a:endParaRPr lang="en-US"/>
        </a:p>
      </dgm:t>
    </dgm:pt>
    <dgm:pt modelId="{F14A0C37-58C9-4C33-A707-E9CD88B3ED98}">
      <dgm:prSet/>
      <dgm:spPr/>
      <dgm:t>
        <a:bodyPr/>
        <a:lstStyle/>
        <a:p>
          <a:r>
            <a:rPr lang="en-US"/>
            <a:t>Multi-language support</a:t>
          </a:r>
        </a:p>
      </dgm:t>
    </dgm:pt>
    <dgm:pt modelId="{C34CECB4-1A34-447B-BAD9-75EE7F11D5C0}" type="parTrans" cxnId="{F9F876DF-8086-4903-A183-02928DBE4E40}">
      <dgm:prSet/>
      <dgm:spPr/>
      <dgm:t>
        <a:bodyPr/>
        <a:lstStyle/>
        <a:p>
          <a:endParaRPr lang="en-US"/>
        </a:p>
      </dgm:t>
    </dgm:pt>
    <dgm:pt modelId="{7A087CFF-3B91-40F4-9A4F-705D17BA8DF0}" type="sibTrans" cxnId="{F9F876DF-8086-4903-A183-02928DBE4E40}">
      <dgm:prSet/>
      <dgm:spPr/>
      <dgm:t>
        <a:bodyPr/>
        <a:lstStyle/>
        <a:p>
          <a:endParaRPr lang="en-US"/>
        </a:p>
      </dgm:t>
    </dgm:pt>
    <dgm:pt modelId="{3B3193F6-9DC3-4F40-9DA8-3499DD978D2B}" type="pres">
      <dgm:prSet presAssocID="{17394B20-13DF-47FB-B791-0584AE5C95A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C375550-44BA-4ACA-855E-F58060F3213F}" type="pres">
      <dgm:prSet presAssocID="{4DE6C495-6FC5-4CF8-8E13-E2C7B42DD13D}" presName="hierRoot1" presStyleCnt="0"/>
      <dgm:spPr/>
    </dgm:pt>
    <dgm:pt modelId="{192130F8-5665-4005-8968-D0D6FA32786A}" type="pres">
      <dgm:prSet presAssocID="{4DE6C495-6FC5-4CF8-8E13-E2C7B42DD13D}" presName="composite" presStyleCnt="0"/>
      <dgm:spPr/>
    </dgm:pt>
    <dgm:pt modelId="{DF41512E-98B3-4EB9-AE5D-B2A4DFAECBBE}" type="pres">
      <dgm:prSet presAssocID="{4DE6C495-6FC5-4CF8-8E13-E2C7B42DD13D}" presName="background" presStyleLbl="node0" presStyleIdx="0" presStyleCnt="4"/>
      <dgm:spPr/>
    </dgm:pt>
    <dgm:pt modelId="{2FB63BF2-3042-42F2-B481-B29A10DC2988}" type="pres">
      <dgm:prSet presAssocID="{4DE6C495-6FC5-4CF8-8E13-E2C7B42DD13D}" presName="text" presStyleLbl="fgAcc0" presStyleIdx="0" presStyleCnt="4">
        <dgm:presLayoutVars>
          <dgm:chPref val="3"/>
        </dgm:presLayoutVars>
      </dgm:prSet>
      <dgm:spPr/>
    </dgm:pt>
    <dgm:pt modelId="{F0E6986E-7646-46D1-A8D2-49922E5C22B3}" type="pres">
      <dgm:prSet presAssocID="{4DE6C495-6FC5-4CF8-8E13-E2C7B42DD13D}" presName="hierChild2" presStyleCnt="0"/>
      <dgm:spPr/>
    </dgm:pt>
    <dgm:pt modelId="{5C4CB54B-36EC-4769-8F01-8A886AA1447D}" type="pres">
      <dgm:prSet presAssocID="{FE822AFA-3F80-4DC2-A885-A08A10192A20}" presName="hierRoot1" presStyleCnt="0"/>
      <dgm:spPr/>
    </dgm:pt>
    <dgm:pt modelId="{3FF7BEA2-211C-4204-A130-43752C24D192}" type="pres">
      <dgm:prSet presAssocID="{FE822AFA-3F80-4DC2-A885-A08A10192A20}" presName="composite" presStyleCnt="0"/>
      <dgm:spPr/>
    </dgm:pt>
    <dgm:pt modelId="{E23CC89A-352A-4DC4-A136-395E5438C23B}" type="pres">
      <dgm:prSet presAssocID="{FE822AFA-3F80-4DC2-A885-A08A10192A20}" presName="background" presStyleLbl="node0" presStyleIdx="1" presStyleCnt="4"/>
      <dgm:spPr/>
    </dgm:pt>
    <dgm:pt modelId="{435E8523-EA95-4E03-B449-BF16EE91B4F2}" type="pres">
      <dgm:prSet presAssocID="{FE822AFA-3F80-4DC2-A885-A08A10192A20}" presName="text" presStyleLbl="fgAcc0" presStyleIdx="1" presStyleCnt="4">
        <dgm:presLayoutVars>
          <dgm:chPref val="3"/>
        </dgm:presLayoutVars>
      </dgm:prSet>
      <dgm:spPr/>
    </dgm:pt>
    <dgm:pt modelId="{CB142EA0-EBF2-41F7-A610-27C2954EB130}" type="pres">
      <dgm:prSet presAssocID="{FE822AFA-3F80-4DC2-A885-A08A10192A20}" presName="hierChild2" presStyleCnt="0"/>
      <dgm:spPr/>
    </dgm:pt>
    <dgm:pt modelId="{211950F7-FCBF-40B9-AEA6-A3EAC657BFC3}" type="pres">
      <dgm:prSet presAssocID="{62AA74F5-32EE-431A-B525-10539C080C8B}" presName="hierRoot1" presStyleCnt="0"/>
      <dgm:spPr/>
    </dgm:pt>
    <dgm:pt modelId="{B488632C-C876-4FFD-BA4F-EE80474790E7}" type="pres">
      <dgm:prSet presAssocID="{62AA74F5-32EE-431A-B525-10539C080C8B}" presName="composite" presStyleCnt="0"/>
      <dgm:spPr/>
    </dgm:pt>
    <dgm:pt modelId="{C09B0F0F-D4E8-47A0-867D-775FD7DCC68A}" type="pres">
      <dgm:prSet presAssocID="{62AA74F5-32EE-431A-B525-10539C080C8B}" presName="background" presStyleLbl="node0" presStyleIdx="2" presStyleCnt="4"/>
      <dgm:spPr/>
    </dgm:pt>
    <dgm:pt modelId="{1698A003-EC3D-43F5-BBB2-068BB6C4F9B3}" type="pres">
      <dgm:prSet presAssocID="{62AA74F5-32EE-431A-B525-10539C080C8B}" presName="text" presStyleLbl="fgAcc0" presStyleIdx="2" presStyleCnt="4">
        <dgm:presLayoutVars>
          <dgm:chPref val="3"/>
        </dgm:presLayoutVars>
      </dgm:prSet>
      <dgm:spPr/>
    </dgm:pt>
    <dgm:pt modelId="{9EF1DD2B-C1B4-437C-8363-9C84B5D818EC}" type="pres">
      <dgm:prSet presAssocID="{62AA74F5-32EE-431A-B525-10539C080C8B}" presName="hierChild2" presStyleCnt="0"/>
      <dgm:spPr/>
    </dgm:pt>
    <dgm:pt modelId="{8279F8BE-F8EA-4CED-8F28-F3FA26A7F236}" type="pres">
      <dgm:prSet presAssocID="{F14A0C37-58C9-4C33-A707-E9CD88B3ED98}" presName="hierRoot1" presStyleCnt="0"/>
      <dgm:spPr/>
    </dgm:pt>
    <dgm:pt modelId="{44C707A7-E85C-4293-94EA-D396A01ECA41}" type="pres">
      <dgm:prSet presAssocID="{F14A0C37-58C9-4C33-A707-E9CD88B3ED98}" presName="composite" presStyleCnt="0"/>
      <dgm:spPr/>
    </dgm:pt>
    <dgm:pt modelId="{DABDA8D2-FF6F-4ECC-A33E-CC537A753CFC}" type="pres">
      <dgm:prSet presAssocID="{F14A0C37-58C9-4C33-A707-E9CD88B3ED98}" presName="background" presStyleLbl="node0" presStyleIdx="3" presStyleCnt="4"/>
      <dgm:spPr/>
    </dgm:pt>
    <dgm:pt modelId="{99AE6D79-7944-4672-A193-291DF5ECD744}" type="pres">
      <dgm:prSet presAssocID="{F14A0C37-58C9-4C33-A707-E9CD88B3ED98}" presName="text" presStyleLbl="fgAcc0" presStyleIdx="3" presStyleCnt="4">
        <dgm:presLayoutVars>
          <dgm:chPref val="3"/>
        </dgm:presLayoutVars>
      </dgm:prSet>
      <dgm:spPr/>
    </dgm:pt>
    <dgm:pt modelId="{072BEB2F-6779-4053-A6A4-35C13AD955B7}" type="pres">
      <dgm:prSet presAssocID="{F14A0C37-58C9-4C33-A707-E9CD88B3ED98}" presName="hierChild2" presStyleCnt="0"/>
      <dgm:spPr/>
    </dgm:pt>
  </dgm:ptLst>
  <dgm:cxnLst>
    <dgm:cxn modelId="{5650FE27-9F88-4F27-B262-B8E5D75637A9}" type="presOf" srcId="{F14A0C37-58C9-4C33-A707-E9CD88B3ED98}" destId="{99AE6D79-7944-4672-A193-291DF5ECD744}" srcOrd="0" destOrd="0" presId="urn:microsoft.com/office/officeart/2005/8/layout/hierarchy1"/>
    <dgm:cxn modelId="{1CBFD32F-DF46-4909-8D2F-FB965AEF0D8E}" type="presOf" srcId="{17394B20-13DF-47FB-B791-0584AE5C95A4}" destId="{3B3193F6-9DC3-4F40-9DA8-3499DD978D2B}" srcOrd="0" destOrd="0" presId="urn:microsoft.com/office/officeart/2005/8/layout/hierarchy1"/>
    <dgm:cxn modelId="{4CE19737-E51C-4ACD-89AA-254915ACDF30}" srcId="{17394B20-13DF-47FB-B791-0584AE5C95A4}" destId="{FE822AFA-3F80-4DC2-A885-A08A10192A20}" srcOrd="1" destOrd="0" parTransId="{538BDDC8-C3A1-429E-925E-CA582E549A1D}" sibTransId="{D825DA05-0E0C-473B-82D8-3EC23BFDF701}"/>
    <dgm:cxn modelId="{232E9D4C-0F6C-4BF2-8F6E-1CE526BBD521}" srcId="{17394B20-13DF-47FB-B791-0584AE5C95A4}" destId="{4DE6C495-6FC5-4CF8-8E13-E2C7B42DD13D}" srcOrd="0" destOrd="0" parTransId="{3773EB5E-90B7-4C0C-A0D1-1496D06CFD0D}" sibTransId="{C39FE16D-470B-4913-ABCB-A67E0AA4C89F}"/>
    <dgm:cxn modelId="{18ED8B88-CCBB-4F71-95EC-39BB9E5876BD}" type="presOf" srcId="{62AA74F5-32EE-431A-B525-10539C080C8B}" destId="{1698A003-EC3D-43F5-BBB2-068BB6C4F9B3}" srcOrd="0" destOrd="0" presId="urn:microsoft.com/office/officeart/2005/8/layout/hierarchy1"/>
    <dgm:cxn modelId="{4C1892DA-B15C-412D-8F77-2EC4F12A2F10}" type="presOf" srcId="{4DE6C495-6FC5-4CF8-8E13-E2C7B42DD13D}" destId="{2FB63BF2-3042-42F2-B481-B29A10DC2988}" srcOrd="0" destOrd="0" presId="urn:microsoft.com/office/officeart/2005/8/layout/hierarchy1"/>
    <dgm:cxn modelId="{F9F876DF-8086-4903-A183-02928DBE4E40}" srcId="{17394B20-13DF-47FB-B791-0584AE5C95A4}" destId="{F14A0C37-58C9-4C33-A707-E9CD88B3ED98}" srcOrd="3" destOrd="0" parTransId="{C34CECB4-1A34-447B-BAD9-75EE7F11D5C0}" sibTransId="{7A087CFF-3B91-40F4-9A4F-705D17BA8DF0}"/>
    <dgm:cxn modelId="{C20E38E5-DE0D-400F-8E9A-B864A00EF902}" srcId="{17394B20-13DF-47FB-B791-0584AE5C95A4}" destId="{62AA74F5-32EE-431A-B525-10539C080C8B}" srcOrd="2" destOrd="0" parTransId="{FD8FE3FE-A04F-49C1-94E5-D34EFC57F843}" sibTransId="{46D26C46-9EAB-49E4-BDF9-A3629B7445D3}"/>
    <dgm:cxn modelId="{8CCB3FF7-4209-4D92-A903-0C256455F291}" type="presOf" srcId="{FE822AFA-3F80-4DC2-A885-A08A10192A20}" destId="{435E8523-EA95-4E03-B449-BF16EE91B4F2}" srcOrd="0" destOrd="0" presId="urn:microsoft.com/office/officeart/2005/8/layout/hierarchy1"/>
    <dgm:cxn modelId="{463BA3B4-236B-46AD-9369-ED58E7E200DC}" type="presParOf" srcId="{3B3193F6-9DC3-4F40-9DA8-3499DD978D2B}" destId="{0C375550-44BA-4ACA-855E-F58060F3213F}" srcOrd="0" destOrd="0" presId="urn:microsoft.com/office/officeart/2005/8/layout/hierarchy1"/>
    <dgm:cxn modelId="{28E456D2-3B8D-4A40-9EAE-38EE2CEAF038}" type="presParOf" srcId="{0C375550-44BA-4ACA-855E-F58060F3213F}" destId="{192130F8-5665-4005-8968-D0D6FA32786A}" srcOrd="0" destOrd="0" presId="urn:microsoft.com/office/officeart/2005/8/layout/hierarchy1"/>
    <dgm:cxn modelId="{F732AE96-5C14-4E58-A738-20E44BF55B40}" type="presParOf" srcId="{192130F8-5665-4005-8968-D0D6FA32786A}" destId="{DF41512E-98B3-4EB9-AE5D-B2A4DFAECBBE}" srcOrd="0" destOrd="0" presId="urn:microsoft.com/office/officeart/2005/8/layout/hierarchy1"/>
    <dgm:cxn modelId="{9075FFCA-24DA-4B72-A1FB-EEFDDD9A0043}" type="presParOf" srcId="{192130F8-5665-4005-8968-D0D6FA32786A}" destId="{2FB63BF2-3042-42F2-B481-B29A10DC2988}" srcOrd="1" destOrd="0" presId="urn:microsoft.com/office/officeart/2005/8/layout/hierarchy1"/>
    <dgm:cxn modelId="{8E56194D-9235-4520-8578-6AF64185DF08}" type="presParOf" srcId="{0C375550-44BA-4ACA-855E-F58060F3213F}" destId="{F0E6986E-7646-46D1-A8D2-49922E5C22B3}" srcOrd="1" destOrd="0" presId="urn:microsoft.com/office/officeart/2005/8/layout/hierarchy1"/>
    <dgm:cxn modelId="{F9F43AAC-F2EF-409C-A4DD-30155B229A00}" type="presParOf" srcId="{3B3193F6-9DC3-4F40-9DA8-3499DD978D2B}" destId="{5C4CB54B-36EC-4769-8F01-8A886AA1447D}" srcOrd="1" destOrd="0" presId="urn:microsoft.com/office/officeart/2005/8/layout/hierarchy1"/>
    <dgm:cxn modelId="{0B0A8E6B-9CBF-4A37-96E8-777545CCF7BB}" type="presParOf" srcId="{5C4CB54B-36EC-4769-8F01-8A886AA1447D}" destId="{3FF7BEA2-211C-4204-A130-43752C24D192}" srcOrd="0" destOrd="0" presId="urn:microsoft.com/office/officeart/2005/8/layout/hierarchy1"/>
    <dgm:cxn modelId="{8F68A815-990A-4872-9A92-36C49342C867}" type="presParOf" srcId="{3FF7BEA2-211C-4204-A130-43752C24D192}" destId="{E23CC89A-352A-4DC4-A136-395E5438C23B}" srcOrd="0" destOrd="0" presId="urn:microsoft.com/office/officeart/2005/8/layout/hierarchy1"/>
    <dgm:cxn modelId="{D3654B6A-4035-4EA4-A763-9E3CA8B27BB8}" type="presParOf" srcId="{3FF7BEA2-211C-4204-A130-43752C24D192}" destId="{435E8523-EA95-4E03-B449-BF16EE91B4F2}" srcOrd="1" destOrd="0" presId="urn:microsoft.com/office/officeart/2005/8/layout/hierarchy1"/>
    <dgm:cxn modelId="{EF99036B-1FE4-4CC0-B42C-03056B3FFCBC}" type="presParOf" srcId="{5C4CB54B-36EC-4769-8F01-8A886AA1447D}" destId="{CB142EA0-EBF2-41F7-A610-27C2954EB130}" srcOrd="1" destOrd="0" presId="urn:microsoft.com/office/officeart/2005/8/layout/hierarchy1"/>
    <dgm:cxn modelId="{321A4FEC-26EC-49D1-8286-350E63A50A01}" type="presParOf" srcId="{3B3193F6-9DC3-4F40-9DA8-3499DD978D2B}" destId="{211950F7-FCBF-40B9-AEA6-A3EAC657BFC3}" srcOrd="2" destOrd="0" presId="urn:microsoft.com/office/officeart/2005/8/layout/hierarchy1"/>
    <dgm:cxn modelId="{19BFACBF-A4DF-4753-8AAB-E9FB709DECC5}" type="presParOf" srcId="{211950F7-FCBF-40B9-AEA6-A3EAC657BFC3}" destId="{B488632C-C876-4FFD-BA4F-EE80474790E7}" srcOrd="0" destOrd="0" presId="urn:microsoft.com/office/officeart/2005/8/layout/hierarchy1"/>
    <dgm:cxn modelId="{AB843611-6F1B-446E-96AD-BED871E1D50E}" type="presParOf" srcId="{B488632C-C876-4FFD-BA4F-EE80474790E7}" destId="{C09B0F0F-D4E8-47A0-867D-775FD7DCC68A}" srcOrd="0" destOrd="0" presId="urn:microsoft.com/office/officeart/2005/8/layout/hierarchy1"/>
    <dgm:cxn modelId="{0F7913A2-480D-493D-9AF2-5ECC3DF25415}" type="presParOf" srcId="{B488632C-C876-4FFD-BA4F-EE80474790E7}" destId="{1698A003-EC3D-43F5-BBB2-068BB6C4F9B3}" srcOrd="1" destOrd="0" presId="urn:microsoft.com/office/officeart/2005/8/layout/hierarchy1"/>
    <dgm:cxn modelId="{6C06E409-93DC-4170-B7F1-69F8DF7034D2}" type="presParOf" srcId="{211950F7-FCBF-40B9-AEA6-A3EAC657BFC3}" destId="{9EF1DD2B-C1B4-437C-8363-9C84B5D818EC}" srcOrd="1" destOrd="0" presId="urn:microsoft.com/office/officeart/2005/8/layout/hierarchy1"/>
    <dgm:cxn modelId="{38EC41BF-DACD-4083-842C-1538FF83ECF1}" type="presParOf" srcId="{3B3193F6-9DC3-4F40-9DA8-3499DD978D2B}" destId="{8279F8BE-F8EA-4CED-8F28-F3FA26A7F236}" srcOrd="3" destOrd="0" presId="urn:microsoft.com/office/officeart/2005/8/layout/hierarchy1"/>
    <dgm:cxn modelId="{FBABB701-D8E7-4640-85F6-6D67A8D3A13F}" type="presParOf" srcId="{8279F8BE-F8EA-4CED-8F28-F3FA26A7F236}" destId="{44C707A7-E85C-4293-94EA-D396A01ECA41}" srcOrd="0" destOrd="0" presId="urn:microsoft.com/office/officeart/2005/8/layout/hierarchy1"/>
    <dgm:cxn modelId="{04A158A4-65B0-4825-B5AC-E2429D1C62D8}" type="presParOf" srcId="{44C707A7-E85C-4293-94EA-D396A01ECA41}" destId="{DABDA8D2-FF6F-4ECC-A33E-CC537A753CFC}" srcOrd="0" destOrd="0" presId="urn:microsoft.com/office/officeart/2005/8/layout/hierarchy1"/>
    <dgm:cxn modelId="{9C5A8E60-7D21-4C70-9D26-4017B35A7E09}" type="presParOf" srcId="{44C707A7-E85C-4293-94EA-D396A01ECA41}" destId="{99AE6D79-7944-4672-A193-291DF5ECD744}" srcOrd="1" destOrd="0" presId="urn:microsoft.com/office/officeart/2005/8/layout/hierarchy1"/>
    <dgm:cxn modelId="{513FDA66-DBBC-4611-9E1F-6CE5D0044F03}" type="presParOf" srcId="{8279F8BE-F8EA-4CED-8F28-F3FA26A7F236}" destId="{072BEB2F-6779-4053-A6A4-35C13AD955B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074B15-F76F-48CB-9174-67D2DE81308F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090FDD-CFE9-4A81-A4E2-4C5D2771D044}">
      <dsp:nvSpPr>
        <dsp:cNvPr id="0" name=""/>
        <dsp:cNvSpPr/>
      </dsp:nvSpPr>
      <dsp:spPr>
        <a:xfrm>
          <a:off x="0" y="0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Fake news spreads rapidly on social media</a:t>
          </a:r>
        </a:p>
      </dsp:txBody>
      <dsp:txXfrm>
        <a:off x="0" y="0"/>
        <a:ext cx="10515600" cy="1087834"/>
      </dsp:txXfrm>
    </dsp:sp>
    <dsp:sp modelId="{86B18932-EE3E-4FC4-87D4-96BC340B9E07}">
      <dsp:nvSpPr>
        <dsp:cNvPr id="0" name=""/>
        <dsp:cNvSpPr/>
      </dsp:nvSpPr>
      <dsp:spPr>
        <a:xfrm>
          <a:off x="0" y="1087834"/>
          <a:ext cx="1051560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2C692F-F77C-4085-A848-4AF5BC4E5AF3}">
      <dsp:nvSpPr>
        <dsp:cNvPr id="0" name=""/>
        <dsp:cNvSpPr/>
      </dsp:nvSpPr>
      <dsp:spPr>
        <a:xfrm>
          <a:off x="0" y="1087834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Difficult to manually verify authenticity</a:t>
          </a:r>
        </a:p>
      </dsp:txBody>
      <dsp:txXfrm>
        <a:off x="0" y="1087834"/>
        <a:ext cx="10515600" cy="1087834"/>
      </dsp:txXfrm>
    </dsp:sp>
    <dsp:sp modelId="{80863BC1-FFA4-4D8A-8B2F-CF180483D952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0ECC49-2E04-40E6-9279-0235C461A845}">
      <dsp:nvSpPr>
        <dsp:cNvPr id="0" name=""/>
        <dsp:cNvSpPr/>
      </dsp:nvSpPr>
      <dsp:spPr>
        <a:xfrm>
          <a:off x="0" y="2175669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Aim: Build an ML system to detect Fake vs Real news</a:t>
          </a:r>
        </a:p>
      </dsp:txBody>
      <dsp:txXfrm>
        <a:off x="0" y="2175669"/>
        <a:ext cx="10515600" cy="1087834"/>
      </dsp:txXfrm>
    </dsp:sp>
    <dsp:sp modelId="{5601016C-EAED-46FA-90F0-80364A6F4EFA}">
      <dsp:nvSpPr>
        <dsp:cNvPr id="0" name=""/>
        <dsp:cNvSpPr/>
      </dsp:nvSpPr>
      <dsp:spPr>
        <a:xfrm>
          <a:off x="0" y="3263503"/>
          <a:ext cx="1051560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1AB084-1214-4006-BEAB-7251F1304EF4}">
      <dsp:nvSpPr>
        <dsp:cNvPr id="0" name=""/>
        <dsp:cNvSpPr/>
      </dsp:nvSpPr>
      <dsp:spPr>
        <a:xfrm>
          <a:off x="0" y="3263503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Deployed using Flask on localhost</a:t>
          </a:r>
        </a:p>
      </dsp:txBody>
      <dsp:txXfrm>
        <a:off x="0" y="3263503"/>
        <a:ext cx="10515600" cy="10878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EFE9E1-407F-4B24-BF93-7F430EBD6DC2}">
      <dsp:nvSpPr>
        <dsp:cNvPr id="0" name=""/>
        <dsp:cNvSpPr/>
      </dsp:nvSpPr>
      <dsp:spPr>
        <a:xfrm>
          <a:off x="0" y="197648"/>
          <a:ext cx="10515600" cy="90909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b="0" i="0" kern="1200" baseline="0" dirty="0"/>
            <a:t>Provides instant results to the user</a:t>
          </a:r>
          <a:endParaRPr lang="en-US" sz="3700" kern="1200" dirty="0"/>
        </a:p>
      </dsp:txBody>
      <dsp:txXfrm>
        <a:off x="44378" y="242026"/>
        <a:ext cx="10426844" cy="820334"/>
      </dsp:txXfrm>
    </dsp:sp>
    <dsp:sp modelId="{FF761F29-B38B-49F8-8FA8-C2F9BFE56EAF}">
      <dsp:nvSpPr>
        <dsp:cNvPr id="0" name=""/>
        <dsp:cNvSpPr/>
      </dsp:nvSpPr>
      <dsp:spPr>
        <a:xfrm>
          <a:off x="0" y="1213299"/>
          <a:ext cx="10515600" cy="909090"/>
        </a:xfrm>
        <a:prstGeom prst="round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b="0" i="0" kern="1200" baseline="0" dirty="0"/>
            <a:t>Fake news causes misinformation</a:t>
          </a:r>
          <a:endParaRPr lang="en-US" sz="3700" kern="1200" dirty="0"/>
        </a:p>
      </dsp:txBody>
      <dsp:txXfrm>
        <a:off x="44378" y="1257677"/>
        <a:ext cx="10426844" cy="820334"/>
      </dsp:txXfrm>
    </dsp:sp>
    <dsp:sp modelId="{42A78F04-A407-4A5B-B043-EE88E0D1AF39}">
      <dsp:nvSpPr>
        <dsp:cNvPr id="0" name=""/>
        <dsp:cNvSpPr/>
      </dsp:nvSpPr>
      <dsp:spPr>
        <a:xfrm>
          <a:off x="0" y="2228949"/>
          <a:ext cx="10515600" cy="909090"/>
        </a:xfrm>
        <a:prstGeom prst="round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b="0" i="0" kern="1200" baseline="0" dirty="0"/>
            <a:t>Need an automated solution for text classification</a:t>
          </a:r>
          <a:endParaRPr lang="en-US" sz="3700" kern="1200" dirty="0"/>
        </a:p>
      </dsp:txBody>
      <dsp:txXfrm>
        <a:off x="44378" y="2273327"/>
        <a:ext cx="10426844" cy="820334"/>
      </dsp:txXfrm>
    </dsp:sp>
    <dsp:sp modelId="{F4B1FEA9-0EEE-428E-9B54-86A7F263464B}">
      <dsp:nvSpPr>
        <dsp:cNvPr id="0" name=""/>
        <dsp:cNvSpPr/>
      </dsp:nvSpPr>
      <dsp:spPr>
        <a:xfrm>
          <a:off x="0" y="3244598"/>
          <a:ext cx="10515600" cy="90909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b="0" i="0" kern="1200" baseline="0" dirty="0"/>
            <a:t>Project detects fake news using ML and NLP</a:t>
          </a:r>
          <a:endParaRPr lang="en-US" sz="3700" kern="1200" dirty="0"/>
        </a:p>
      </dsp:txBody>
      <dsp:txXfrm>
        <a:off x="44378" y="3288976"/>
        <a:ext cx="10426844" cy="82033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3585BB-E648-4085-9644-A21718A3A0F8}">
      <dsp:nvSpPr>
        <dsp:cNvPr id="0" name=""/>
        <dsp:cNvSpPr/>
      </dsp:nvSpPr>
      <dsp:spPr>
        <a:xfrm>
          <a:off x="3080" y="464830"/>
          <a:ext cx="2444055" cy="3421677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 dirty="0"/>
            <a:t>Lowercasing text</a:t>
          </a:r>
          <a:endParaRPr lang="en-US" sz="2600" kern="1200" dirty="0"/>
        </a:p>
      </dsp:txBody>
      <dsp:txXfrm>
        <a:off x="3080" y="1765067"/>
        <a:ext cx="2444055" cy="2053006"/>
      </dsp:txXfrm>
    </dsp:sp>
    <dsp:sp modelId="{ACE2A454-E5E1-4931-B8B6-5B57042DDB4C}">
      <dsp:nvSpPr>
        <dsp:cNvPr id="0" name=""/>
        <dsp:cNvSpPr/>
      </dsp:nvSpPr>
      <dsp:spPr>
        <a:xfrm>
          <a:off x="711856" y="806997"/>
          <a:ext cx="1026503" cy="102650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/>
            <a:t>1</a:t>
          </a:r>
        </a:p>
      </dsp:txBody>
      <dsp:txXfrm>
        <a:off x="862184" y="957325"/>
        <a:ext cx="725847" cy="725847"/>
      </dsp:txXfrm>
    </dsp:sp>
    <dsp:sp modelId="{629807B4-888A-4E95-9FC7-024F5A76E741}">
      <dsp:nvSpPr>
        <dsp:cNvPr id="0" name=""/>
        <dsp:cNvSpPr/>
      </dsp:nvSpPr>
      <dsp:spPr>
        <a:xfrm>
          <a:off x="3080" y="3886435"/>
          <a:ext cx="2444055" cy="72"/>
        </a:xfrm>
        <a:prstGeom prst="rect">
          <a:avLst/>
        </a:prstGeom>
        <a:solidFill>
          <a:schemeClr val="accent2">
            <a:hueOff val="920516"/>
            <a:satOff val="-2642"/>
            <a:lumOff val="-4230"/>
            <a:alphaOff val="0"/>
          </a:schemeClr>
        </a:solidFill>
        <a:ln w="19050" cap="flat" cmpd="sng" algn="ctr">
          <a:solidFill>
            <a:schemeClr val="accent2">
              <a:hueOff val="920516"/>
              <a:satOff val="-2642"/>
              <a:lumOff val="-423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C36CE2-32DF-4B7E-855E-53CDC410894D}">
      <dsp:nvSpPr>
        <dsp:cNvPr id="0" name=""/>
        <dsp:cNvSpPr/>
      </dsp:nvSpPr>
      <dsp:spPr>
        <a:xfrm>
          <a:off x="2691541" y="464830"/>
          <a:ext cx="2444055" cy="3421677"/>
        </a:xfrm>
        <a:prstGeom prst="rect">
          <a:avLst/>
        </a:prstGeom>
        <a:solidFill>
          <a:schemeClr val="accent2">
            <a:tint val="40000"/>
            <a:alpha val="90000"/>
            <a:hueOff val="2244906"/>
            <a:satOff val="-20744"/>
            <a:lumOff val="-233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244906"/>
              <a:satOff val="-20744"/>
              <a:lumOff val="-23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 dirty="0"/>
            <a:t>Removing punctuation &amp; symbols</a:t>
          </a:r>
          <a:endParaRPr lang="en-US" sz="2600" kern="1200" dirty="0"/>
        </a:p>
      </dsp:txBody>
      <dsp:txXfrm>
        <a:off x="2691541" y="1765067"/>
        <a:ext cx="2444055" cy="2053006"/>
      </dsp:txXfrm>
    </dsp:sp>
    <dsp:sp modelId="{722D5C94-C62C-4C1D-99C8-FDF3E9E186FE}">
      <dsp:nvSpPr>
        <dsp:cNvPr id="0" name=""/>
        <dsp:cNvSpPr/>
      </dsp:nvSpPr>
      <dsp:spPr>
        <a:xfrm>
          <a:off x="3400317" y="806997"/>
          <a:ext cx="1026503" cy="1026503"/>
        </a:xfrm>
        <a:prstGeom prst="ellipse">
          <a:avLst/>
        </a:prstGeom>
        <a:solidFill>
          <a:schemeClr val="accent2">
            <a:hueOff val="1841033"/>
            <a:satOff val="-5284"/>
            <a:lumOff val="-8460"/>
            <a:alphaOff val="0"/>
          </a:schemeClr>
        </a:solidFill>
        <a:ln w="19050" cap="flat" cmpd="sng" algn="ctr">
          <a:solidFill>
            <a:schemeClr val="accent2">
              <a:hueOff val="1841033"/>
              <a:satOff val="-5284"/>
              <a:lumOff val="-84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/>
            <a:t>2</a:t>
          </a:r>
        </a:p>
      </dsp:txBody>
      <dsp:txXfrm>
        <a:off x="3550645" y="957325"/>
        <a:ext cx="725847" cy="725847"/>
      </dsp:txXfrm>
    </dsp:sp>
    <dsp:sp modelId="{E94BAC92-9316-40CE-B6EE-3EDC13DCD773}">
      <dsp:nvSpPr>
        <dsp:cNvPr id="0" name=""/>
        <dsp:cNvSpPr/>
      </dsp:nvSpPr>
      <dsp:spPr>
        <a:xfrm>
          <a:off x="2691541" y="3886435"/>
          <a:ext cx="2444055" cy="72"/>
        </a:xfrm>
        <a:prstGeom prst="rect">
          <a:avLst/>
        </a:prstGeom>
        <a:solidFill>
          <a:schemeClr val="accent2">
            <a:hueOff val="2761549"/>
            <a:satOff val="-7926"/>
            <a:lumOff val="-12690"/>
            <a:alphaOff val="0"/>
          </a:schemeClr>
        </a:solidFill>
        <a:ln w="19050" cap="flat" cmpd="sng" algn="ctr">
          <a:solidFill>
            <a:schemeClr val="accent2">
              <a:hueOff val="2761549"/>
              <a:satOff val="-7926"/>
              <a:lumOff val="-126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A2D1F7-5D1A-4E20-A784-7F3CCEB9320F}">
      <dsp:nvSpPr>
        <dsp:cNvPr id="0" name=""/>
        <dsp:cNvSpPr/>
      </dsp:nvSpPr>
      <dsp:spPr>
        <a:xfrm>
          <a:off x="5380002" y="464830"/>
          <a:ext cx="2444055" cy="3421677"/>
        </a:xfrm>
        <a:prstGeom prst="rect">
          <a:avLst/>
        </a:prstGeom>
        <a:solidFill>
          <a:schemeClr val="accent2">
            <a:tint val="40000"/>
            <a:alpha val="90000"/>
            <a:hueOff val="4489812"/>
            <a:satOff val="-41488"/>
            <a:lumOff val="-4677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489812"/>
              <a:satOff val="-41488"/>
              <a:lumOff val="-46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 dirty="0"/>
            <a:t>Cleaning noise</a:t>
          </a:r>
          <a:endParaRPr lang="en-US" sz="2600" kern="1200" dirty="0"/>
        </a:p>
      </dsp:txBody>
      <dsp:txXfrm>
        <a:off x="5380002" y="1765067"/>
        <a:ext cx="2444055" cy="2053006"/>
      </dsp:txXfrm>
    </dsp:sp>
    <dsp:sp modelId="{DA3F622C-8FE1-4293-9415-1EF47F04A47A}">
      <dsp:nvSpPr>
        <dsp:cNvPr id="0" name=""/>
        <dsp:cNvSpPr/>
      </dsp:nvSpPr>
      <dsp:spPr>
        <a:xfrm>
          <a:off x="6088778" y="806997"/>
          <a:ext cx="1026503" cy="1026503"/>
        </a:xfrm>
        <a:prstGeom prst="ellipse">
          <a:avLst/>
        </a:prstGeom>
        <a:solidFill>
          <a:schemeClr val="accent2">
            <a:hueOff val="3682065"/>
            <a:satOff val="-10567"/>
            <a:lumOff val="-16919"/>
            <a:alphaOff val="0"/>
          </a:schemeClr>
        </a:solidFill>
        <a:ln w="19050" cap="flat" cmpd="sng" algn="ctr">
          <a:solidFill>
            <a:schemeClr val="accent2">
              <a:hueOff val="3682065"/>
              <a:satOff val="-10567"/>
              <a:lumOff val="-1691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/>
            <a:t>3</a:t>
          </a:r>
        </a:p>
      </dsp:txBody>
      <dsp:txXfrm>
        <a:off x="6239106" y="957325"/>
        <a:ext cx="725847" cy="725847"/>
      </dsp:txXfrm>
    </dsp:sp>
    <dsp:sp modelId="{F192B79A-374D-405C-BC9C-65E8B8D71EAA}">
      <dsp:nvSpPr>
        <dsp:cNvPr id="0" name=""/>
        <dsp:cNvSpPr/>
      </dsp:nvSpPr>
      <dsp:spPr>
        <a:xfrm>
          <a:off x="5380002" y="3886435"/>
          <a:ext cx="2444055" cy="72"/>
        </a:xfrm>
        <a:prstGeom prst="rect">
          <a:avLst/>
        </a:prstGeom>
        <a:solidFill>
          <a:schemeClr val="accent2">
            <a:hueOff val="4602581"/>
            <a:satOff val="-13209"/>
            <a:lumOff val="-21149"/>
            <a:alphaOff val="0"/>
          </a:schemeClr>
        </a:solidFill>
        <a:ln w="19050" cap="flat" cmpd="sng" algn="ctr">
          <a:solidFill>
            <a:schemeClr val="accent2">
              <a:hueOff val="4602581"/>
              <a:satOff val="-13209"/>
              <a:lumOff val="-2114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EA0ABD-6EAC-403C-891C-E595980A7931}">
      <dsp:nvSpPr>
        <dsp:cNvPr id="0" name=""/>
        <dsp:cNvSpPr/>
      </dsp:nvSpPr>
      <dsp:spPr>
        <a:xfrm>
          <a:off x="8068463" y="464830"/>
          <a:ext cx="2444055" cy="3421677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 dirty="0"/>
            <a:t>Preparing text for TF-IDF</a:t>
          </a:r>
          <a:endParaRPr lang="en-US" sz="2600" kern="1200" dirty="0"/>
        </a:p>
      </dsp:txBody>
      <dsp:txXfrm>
        <a:off x="8068463" y="1765067"/>
        <a:ext cx="2444055" cy="2053006"/>
      </dsp:txXfrm>
    </dsp:sp>
    <dsp:sp modelId="{9BC02530-D158-4C21-9AFD-C72D3275C8AA}">
      <dsp:nvSpPr>
        <dsp:cNvPr id="0" name=""/>
        <dsp:cNvSpPr/>
      </dsp:nvSpPr>
      <dsp:spPr>
        <a:xfrm>
          <a:off x="8777239" y="806997"/>
          <a:ext cx="1026503" cy="1026503"/>
        </a:xfrm>
        <a:prstGeom prst="ellipse">
          <a:avLst/>
        </a:prstGeom>
        <a:solidFill>
          <a:schemeClr val="accent2">
            <a:hueOff val="5523098"/>
            <a:satOff val="-15851"/>
            <a:lumOff val="-25379"/>
            <a:alphaOff val="0"/>
          </a:schemeClr>
        </a:solidFill>
        <a:ln w="19050" cap="flat" cmpd="sng" algn="ctr">
          <a:solidFill>
            <a:schemeClr val="accent2">
              <a:hueOff val="5523098"/>
              <a:satOff val="-15851"/>
              <a:lumOff val="-2537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/>
            <a:t>4</a:t>
          </a:r>
        </a:p>
      </dsp:txBody>
      <dsp:txXfrm>
        <a:off x="8927567" y="957325"/>
        <a:ext cx="725847" cy="725847"/>
      </dsp:txXfrm>
    </dsp:sp>
    <dsp:sp modelId="{837C3825-52BE-43CC-B49F-76DE68F72BDE}">
      <dsp:nvSpPr>
        <dsp:cNvPr id="0" name=""/>
        <dsp:cNvSpPr/>
      </dsp:nvSpPr>
      <dsp:spPr>
        <a:xfrm>
          <a:off x="8068463" y="3886435"/>
          <a:ext cx="2444055" cy="72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E45EED-4062-425D-8389-FC460B1D3FF3}">
      <dsp:nvSpPr>
        <dsp:cNvPr id="0" name=""/>
        <dsp:cNvSpPr/>
      </dsp:nvSpPr>
      <dsp:spPr>
        <a:xfrm>
          <a:off x="752566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33F8D3-480A-42D5-8CCA-804EFBA33BEA}">
      <dsp:nvSpPr>
        <dsp:cNvPr id="0" name=""/>
        <dsp:cNvSpPr/>
      </dsp:nvSpPr>
      <dsp:spPr>
        <a:xfrm>
          <a:off x="100682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 dirty="0"/>
            <a:t>Converts text to numerical vectors</a:t>
          </a:r>
          <a:endParaRPr lang="en-US" sz="2200" kern="1200" dirty="0"/>
        </a:p>
      </dsp:txBody>
      <dsp:txXfrm>
        <a:off x="100682" y="2427484"/>
        <a:ext cx="2370489" cy="720000"/>
      </dsp:txXfrm>
    </dsp:sp>
    <dsp:sp modelId="{FFB04F21-1ADC-47DE-80C9-1EBCEDD17DB9}">
      <dsp:nvSpPr>
        <dsp:cNvPr id="0" name=""/>
        <dsp:cNvSpPr/>
      </dsp:nvSpPr>
      <dsp:spPr>
        <a:xfrm>
          <a:off x="3537891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A24C4C-7BB5-4F1B-82DA-DB99EB645E00}">
      <dsp:nvSpPr>
        <dsp:cNvPr id="0" name=""/>
        <dsp:cNvSpPr/>
      </dsp:nvSpPr>
      <dsp:spPr>
        <a:xfrm>
          <a:off x="2886007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 dirty="0"/>
            <a:t>Highlights important words</a:t>
          </a:r>
          <a:endParaRPr lang="en-US" sz="2200" kern="1200" dirty="0"/>
        </a:p>
      </dsp:txBody>
      <dsp:txXfrm>
        <a:off x="2886007" y="2427484"/>
        <a:ext cx="2370489" cy="720000"/>
      </dsp:txXfrm>
    </dsp:sp>
    <dsp:sp modelId="{4C701F4C-075B-4570-BC1B-40167DC5986F}">
      <dsp:nvSpPr>
        <dsp:cNvPr id="0" name=""/>
        <dsp:cNvSpPr/>
      </dsp:nvSpPr>
      <dsp:spPr>
        <a:xfrm>
          <a:off x="6323216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8E50C4-2471-4959-B55F-4EDB16F0CD79}">
      <dsp:nvSpPr>
        <dsp:cNvPr id="0" name=""/>
        <dsp:cNvSpPr/>
      </dsp:nvSpPr>
      <dsp:spPr>
        <a:xfrm>
          <a:off x="5671332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 dirty="0"/>
            <a:t>5000 features used</a:t>
          </a:r>
          <a:endParaRPr lang="en-US" sz="2200" kern="1200" dirty="0"/>
        </a:p>
      </dsp:txBody>
      <dsp:txXfrm>
        <a:off x="5671332" y="2427484"/>
        <a:ext cx="2370489" cy="720000"/>
      </dsp:txXfrm>
    </dsp:sp>
    <dsp:sp modelId="{0BF3EE6F-D5EF-4F5F-8F07-90295B0C61D9}">
      <dsp:nvSpPr>
        <dsp:cNvPr id="0" name=""/>
        <dsp:cNvSpPr/>
      </dsp:nvSpPr>
      <dsp:spPr>
        <a:xfrm>
          <a:off x="9108541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4B63C2-600F-4E11-A962-19C1184A7956}">
      <dsp:nvSpPr>
        <dsp:cNvPr id="0" name=""/>
        <dsp:cNvSpPr/>
      </dsp:nvSpPr>
      <dsp:spPr>
        <a:xfrm>
          <a:off x="8456657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 dirty="0"/>
            <a:t>Works well with Logistic Regression</a:t>
          </a:r>
          <a:endParaRPr lang="en-US" sz="2200" kern="1200" dirty="0"/>
        </a:p>
      </dsp:txBody>
      <dsp:txXfrm>
        <a:off x="8456657" y="2427484"/>
        <a:ext cx="2370489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B9CF3E-4EA0-4FC8-BEE5-5FBB40D67D5E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204B75-2766-481D-B9FE-8E9E100ADAD4}">
      <dsp:nvSpPr>
        <dsp:cNvPr id="0" name=""/>
        <dsp:cNvSpPr/>
      </dsp:nvSpPr>
      <dsp:spPr>
        <a:xfrm>
          <a:off x="0" y="0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070" tIns="179070" rIns="179070" bIns="179070" numCol="1" spcCol="1270" anchor="t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b="0" i="0" kern="1200" baseline="0" dirty="0"/>
            <a:t>Logistic Regression classifier</a:t>
          </a:r>
          <a:endParaRPr lang="en-US" sz="4700" kern="1200" dirty="0"/>
        </a:p>
      </dsp:txBody>
      <dsp:txXfrm>
        <a:off x="0" y="0"/>
        <a:ext cx="10515600" cy="1087834"/>
      </dsp:txXfrm>
    </dsp:sp>
    <dsp:sp modelId="{231E8C24-A3FA-4EFF-98A9-5BDD0A26D0D8}">
      <dsp:nvSpPr>
        <dsp:cNvPr id="0" name=""/>
        <dsp:cNvSpPr/>
      </dsp:nvSpPr>
      <dsp:spPr>
        <a:xfrm>
          <a:off x="0" y="108783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94A088-957B-4600-8ECA-BD3376B63110}">
      <dsp:nvSpPr>
        <dsp:cNvPr id="0" name=""/>
        <dsp:cNvSpPr/>
      </dsp:nvSpPr>
      <dsp:spPr>
        <a:xfrm>
          <a:off x="0" y="1087834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070" tIns="179070" rIns="179070" bIns="179070" numCol="1" spcCol="1270" anchor="t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b="0" i="0" kern="1200" baseline="0" dirty="0"/>
            <a:t>Fast &amp; accurate for binary classification</a:t>
          </a:r>
          <a:endParaRPr lang="en-US" sz="4700" kern="1200" dirty="0"/>
        </a:p>
      </dsp:txBody>
      <dsp:txXfrm>
        <a:off x="0" y="1087834"/>
        <a:ext cx="10515600" cy="1087834"/>
      </dsp:txXfrm>
    </dsp:sp>
    <dsp:sp modelId="{C344F134-3E8D-4E8A-AAF6-3B681838F48A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0E7E66-2FA2-4B4F-811B-3AD91E54D171}">
      <dsp:nvSpPr>
        <dsp:cNvPr id="0" name=""/>
        <dsp:cNvSpPr/>
      </dsp:nvSpPr>
      <dsp:spPr>
        <a:xfrm>
          <a:off x="0" y="2175669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070" tIns="179070" rIns="179070" bIns="179070" numCol="1" spcCol="1270" anchor="t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b="0" i="0" kern="1200" baseline="0" dirty="0"/>
            <a:t>Good with sparse text features</a:t>
          </a:r>
          <a:endParaRPr lang="en-US" sz="4700" kern="1200" dirty="0"/>
        </a:p>
      </dsp:txBody>
      <dsp:txXfrm>
        <a:off x="0" y="2175669"/>
        <a:ext cx="10515600" cy="1087834"/>
      </dsp:txXfrm>
    </dsp:sp>
    <dsp:sp modelId="{348190CA-1741-4109-82E4-D600DB2985D7}">
      <dsp:nvSpPr>
        <dsp:cNvPr id="0" name=""/>
        <dsp:cNvSpPr/>
      </dsp:nvSpPr>
      <dsp:spPr>
        <a:xfrm>
          <a:off x="0" y="326350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4DE1DC-E675-487E-8331-4C716692866E}">
      <dsp:nvSpPr>
        <dsp:cNvPr id="0" name=""/>
        <dsp:cNvSpPr/>
      </dsp:nvSpPr>
      <dsp:spPr>
        <a:xfrm>
          <a:off x="0" y="3263503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070" tIns="179070" rIns="179070" bIns="179070" numCol="1" spcCol="1270" anchor="t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b="0" i="0" kern="1200" baseline="0" dirty="0"/>
            <a:t>Ideal for TF-IDF vectors</a:t>
          </a:r>
          <a:endParaRPr lang="en-US" sz="4700" kern="1200" dirty="0"/>
        </a:p>
      </dsp:txBody>
      <dsp:txXfrm>
        <a:off x="0" y="3263503"/>
        <a:ext cx="10515600" cy="108783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1C8053-0378-40BC-A375-048984B41378}">
      <dsp:nvSpPr>
        <dsp:cNvPr id="0" name=""/>
        <dsp:cNvSpPr/>
      </dsp:nvSpPr>
      <dsp:spPr>
        <a:xfrm>
          <a:off x="973190" y="986724"/>
          <a:ext cx="1264141" cy="126414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B7B16C-2422-425E-B75F-344388FE704F}">
      <dsp:nvSpPr>
        <dsp:cNvPr id="0" name=""/>
        <dsp:cNvSpPr/>
      </dsp:nvSpPr>
      <dsp:spPr>
        <a:xfrm>
          <a:off x="1242597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5858DC-07CD-4EA6-8AF8-3F10AA50C1AE}">
      <dsp:nvSpPr>
        <dsp:cNvPr id="0" name=""/>
        <dsp:cNvSpPr/>
      </dsp:nvSpPr>
      <dsp:spPr>
        <a:xfrm>
          <a:off x="569079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0" i="0" kern="1200" baseline="0"/>
            <a:t>Successfully built fake news detection system</a:t>
          </a:r>
          <a:endParaRPr lang="en-US" sz="1700" kern="1200"/>
        </a:p>
      </dsp:txBody>
      <dsp:txXfrm>
        <a:off x="569079" y="2644614"/>
        <a:ext cx="2072362" cy="720000"/>
      </dsp:txXfrm>
    </dsp:sp>
    <dsp:sp modelId="{DDB70051-4E8F-4110-A0D3-8EEE792C4BCE}">
      <dsp:nvSpPr>
        <dsp:cNvPr id="0" name=""/>
        <dsp:cNvSpPr/>
      </dsp:nvSpPr>
      <dsp:spPr>
        <a:xfrm>
          <a:off x="3408216" y="986724"/>
          <a:ext cx="1264141" cy="126414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2FFB3E-7E1D-4F94-AD26-EE3CE8B2FA93}">
      <dsp:nvSpPr>
        <dsp:cNvPr id="0" name=""/>
        <dsp:cNvSpPr/>
      </dsp:nvSpPr>
      <dsp:spPr>
        <a:xfrm>
          <a:off x="3677623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58D467-6432-4F92-8160-F7784C252C89}">
      <dsp:nvSpPr>
        <dsp:cNvPr id="0" name=""/>
        <dsp:cNvSpPr/>
      </dsp:nvSpPr>
      <dsp:spPr>
        <a:xfrm>
          <a:off x="3004105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0" i="0" kern="1200" baseline="0"/>
            <a:t>High model accuracy</a:t>
          </a:r>
          <a:endParaRPr lang="en-US" sz="1700" kern="1200"/>
        </a:p>
      </dsp:txBody>
      <dsp:txXfrm>
        <a:off x="3004105" y="2644614"/>
        <a:ext cx="2072362" cy="720000"/>
      </dsp:txXfrm>
    </dsp:sp>
    <dsp:sp modelId="{10E798F7-44AE-4511-8B82-E67AABDEECD5}">
      <dsp:nvSpPr>
        <dsp:cNvPr id="0" name=""/>
        <dsp:cNvSpPr/>
      </dsp:nvSpPr>
      <dsp:spPr>
        <a:xfrm>
          <a:off x="5843242" y="986724"/>
          <a:ext cx="1264141" cy="126414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5EEC88-0E90-4DE8-B941-096E6272A506}">
      <dsp:nvSpPr>
        <dsp:cNvPr id="0" name=""/>
        <dsp:cNvSpPr/>
      </dsp:nvSpPr>
      <dsp:spPr>
        <a:xfrm>
          <a:off x="6112649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6BB3E0-E9FC-43A8-9C8A-170E518430A9}">
      <dsp:nvSpPr>
        <dsp:cNvPr id="0" name=""/>
        <dsp:cNvSpPr/>
      </dsp:nvSpPr>
      <dsp:spPr>
        <a:xfrm>
          <a:off x="5439131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0" i="0" kern="1200" baseline="0"/>
            <a:t>Smooth Flask deployment</a:t>
          </a:r>
          <a:endParaRPr lang="en-US" sz="1700" kern="1200"/>
        </a:p>
      </dsp:txBody>
      <dsp:txXfrm>
        <a:off x="5439131" y="2644614"/>
        <a:ext cx="2072362" cy="720000"/>
      </dsp:txXfrm>
    </dsp:sp>
    <dsp:sp modelId="{5563B1FE-6B6F-4E29-A4C1-7ACDC8BD11D1}">
      <dsp:nvSpPr>
        <dsp:cNvPr id="0" name=""/>
        <dsp:cNvSpPr/>
      </dsp:nvSpPr>
      <dsp:spPr>
        <a:xfrm>
          <a:off x="8278268" y="986724"/>
          <a:ext cx="1264141" cy="1264141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95BD71-A64B-4B08-A8AE-249A2A4C7D21}">
      <dsp:nvSpPr>
        <dsp:cNvPr id="0" name=""/>
        <dsp:cNvSpPr/>
      </dsp:nvSpPr>
      <dsp:spPr>
        <a:xfrm>
          <a:off x="8547675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24B209-16BC-4818-B6E2-36A9FAD25B90}">
      <dsp:nvSpPr>
        <dsp:cNvPr id="0" name=""/>
        <dsp:cNvSpPr/>
      </dsp:nvSpPr>
      <dsp:spPr>
        <a:xfrm>
          <a:off x="7874157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0" i="0" kern="1200" baseline="0"/>
            <a:t>Useful for identifying misinformation</a:t>
          </a:r>
          <a:endParaRPr lang="en-US" sz="1700" kern="1200"/>
        </a:p>
      </dsp:txBody>
      <dsp:txXfrm>
        <a:off x="7874157" y="2644614"/>
        <a:ext cx="2072362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41512E-98B3-4EB9-AE5D-B2A4DFAECBBE}">
      <dsp:nvSpPr>
        <dsp:cNvPr id="0" name=""/>
        <dsp:cNvSpPr/>
      </dsp:nvSpPr>
      <dsp:spPr>
        <a:xfrm>
          <a:off x="3080" y="1361187"/>
          <a:ext cx="2199649" cy="13967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FB63BF2-3042-42F2-B481-B29A10DC2988}">
      <dsp:nvSpPr>
        <dsp:cNvPr id="0" name=""/>
        <dsp:cNvSpPr/>
      </dsp:nvSpPr>
      <dsp:spPr>
        <a:xfrm>
          <a:off x="247486" y="1593372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Use BERT or LLM models</a:t>
          </a:r>
        </a:p>
      </dsp:txBody>
      <dsp:txXfrm>
        <a:off x="288396" y="1634282"/>
        <a:ext cx="2117829" cy="1314957"/>
      </dsp:txXfrm>
    </dsp:sp>
    <dsp:sp modelId="{E23CC89A-352A-4DC4-A136-395E5438C23B}">
      <dsp:nvSpPr>
        <dsp:cNvPr id="0" name=""/>
        <dsp:cNvSpPr/>
      </dsp:nvSpPr>
      <dsp:spPr>
        <a:xfrm>
          <a:off x="2691541" y="1361187"/>
          <a:ext cx="2199649" cy="13967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35E8523-EA95-4E03-B449-BF16EE91B4F2}">
      <dsp:nvSpPr>
        <dsp:cNvPr id="0" name=""/>
        <dsp:cNvSpPr/>
      </dsp:nvSpPr>
      <dsp:spPr>
        <a:xfrm>
          <a:off x="2935947" y="1593372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Deploy online</a:t>
          </a:r>
        </a:p>
      </dsp:txBody>
      <dsp:txXfrm>
        <a:off x="2976857" y="1634282"/>
        <a:ext cx="2117829" cy="1314957"/>
      </dsp:txXfrm>
    </dsp:sp>
    <dsp:sp modelId="{C09B0F0F-D4E8-47A0-867D-775FD7DCC68A}">
      <dsp:nvSpPr>
        <dsp:cNvPr id="0" name=""/>
        <dsp:cNvSpPr/>
      </dsp:nvSpPr>
      <dsp:spPr>
        <a:xfrm>
          <a:off x="5380002" y="1361187"/>
          <a:ext cx="2199649" cy="13967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698A003-EC3D-43F5-BBB2-068BB6C4F9B3}">
      <dsp:nvSpPr>
        <dsp:cNvPr id="0" name=""/>
        <dsp:cNvSpPr/>
      </dsp:nvSpPr>
      <dsp:spPr>
        <a:xfrm>
          <a:off x="5624408" y="1593372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Real-time detection system</a:t>
          </a:r>
        </a:p>
      </dsp:txBody>
      <dsp:txXfrm>
        <a:off x="5665318" y="1634282"/>
        <a:ext cx="2117829" cy="1314957"/>
      </dsp:txXfrm>
    </dsp:sp>
    <dsp:sp modelId="{DABDA8D2-FF6F-4ECC-A33E-CC537A753CFC}">
      <dsp:nvSpPr>
        <dsp:cNvPr id="0" name=""/>
        <dsp:cNvSpPr/>
      </dsp:nvSpPr>
      <dsp:spPr>
        <a:xfrm>
          <a:off x="8068463" y="1361187"/>
          <a:ext cx="2199649" cy="13967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9AE6D79-7944-4672-A193-291DF5ECD744}">
      <dsp:nvSpPr>
        <dsp:cNvPr id="0" name=""/>
        <dsp:cNvSpPr/>
      </dsp:nvSpPr>
      <dsp:spPr>
        <a:xfrm>
          <a:off x="8312869" y="1593372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Multi-language support</a:t>
          </a:r>
        </a:p>
      </dsp:txBody>
      <dsp:txXfrm>
        <a:off x="8353779" y="1634282"/>
        <a:ext cx="2117829" cy="13149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CACF5-E39F-8086-6ED2-A895CFA2E1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D6EA75-07EA-7DC7-2DE6-40FD3A6C7C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CDA9F2-4569-4820-E7D9-378A10675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006B7-1E5C-4C7A-9265-D160BDCD4B9B}" type="datetimeFigureOut">
              <a:rPr lang="en-IN" smtClean="0"/>
              <a:t>20-11-2025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0E33C2-E1F4-55F9-4676-8ABAA732D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96E1CC-8E26-BDA6-6E2A-ED021695D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6429-42D3-44C8-8F0D-31CEA08DFCA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5192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F1DFD-97A7-A51B-6FD5-39B5B1274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E0E00-8BA1-4514-972E-C1562AE13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DB6846-501A-98FA-B640-94A1A57A1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006B7-1E5C-4C7A-9265-D160BDCD4B9B}" type="datetimeFigureOut">
              <a:rPr lang="en-IN" smtClean="0"/>
              <a:t>20-11-2025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7C680-1DD5-5936-E8C9-1AB8BAF9B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1CB39-396D-58D2-9300-8FDD69A82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6429-42D3-44C8-8F0D-31CEA08DFCA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6092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367E1-ADBF-F7B1-1842-0884BD004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99B8F8-BC2B-68DD-EA4A-F4EA4D1623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2BDED-AD1E-8AD9-1D83-D61A7FD54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006B7-1E5C-4C7A-9265-D160BDCD4B9B}" type="datetimeFigureOut">
              <a:rPr lang="en-IN" smtClean="0"/>
              <a:t>20-11-2025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5A0C5-135A-9443-339F-251FB3684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E774D1-88EA-066E-7E50-5CA8F0D84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6429-42D3-44C8-8F0D-31CEA08DFCA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1142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32DFA-043F-EA8B-4B42-A9E730B23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B984F-75EE-CF7F-CC83-AED644922A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E353B1-1C86-F918-096B-4024EE198C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8C6E1A-096F-0C35-787C-203F07313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006B7-1E5C-4C7A-9265-D160BDCD4B9B}" type="datetimeFigureOut">
              <a:rPr lang="en-IN" smtClean="0"/>
              <a:t>20-11-2025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CC805E-23DE-CABE-1D70-6634DCA4B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FB1160-F66A-AFB6-F787-6CE62DA6C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6429-42D3-44C8-8F0D-31CEA08DFCA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8322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A6689-1802-E3FC-57FB-C7C6E39B5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A80A03-C34C-BA64-FB39-5AC60A2D4F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D020BA-CA59-2EFB-4C44-9A1DDE964C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7105E-649C-29BC-4429-259A32ECBC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947D1C-9ADA-83EA-7075-4F3E778D39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94888F-0993-BDC1-6091-D52160B10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006B7-1E5C-4C7A-9265-D160BDCD4B9B}" type="datetimeFigureOut">
              <a:rPr lang="en-IN" smtClean="0"/>
              <a:t>20-11-2025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06E2E2-D7E0-3864-9463-936B522CC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3825CE-0B98-79D8-F0CF-A18A80A0A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6429-42D3-44C8-8F0D-31CEA08DFCA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6141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E4C03-C7C3-97FE-4D0C-7E5AA9F3F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ED6165-30E2-158A-CE3E-700A896E6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006B7-1E5C-4C7A-9265-D160BDCD4B9B}" type="datetimeFigureOut">
              <a:rPr lang="en-IN" smtClean="0"/>
              <a:t>20-11-2025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569234-CCC1-2111-D1E3-A94738771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28D06E-0645-B86D-C1EB-E3DBDA392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6429-42D3-44C8-8F0D-31CEA08DFCA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1359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7BFA84-6DC0-E2FC-B623-7364398BE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006B7-1E5C-4C7A-9265-D160BDCD4B9B}" type="datetimeFigureOut">
              <a:rPr lang="en-IN" smtClean="0"/>
              <a:t>20-11-2025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F57EAC-020D-BF7A-4BD7-8068A0A3E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7A6A9B-563F-D38A-2EAF-CBEC531F3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6429-42D3-44C8-8F0D-31CEA08DFCA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9939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840EE-3F92-12F3-9742-5F089F243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7CD81-85CC-9A14-F7DE-2E7F992D8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53D8CC-B6EB-B587-CD6F-A6B8BB778C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48C41-413E-04D3-2675-72236E6AB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006B7-1E5C-4C7A-9265-D160BDCD4B9B}" type="datetimeFigureOut">
              <a:rPr lang="en-IN" smtClean="0"/>
              <a:t>20-11-2025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5003E6-49FF-23FF-6781-A4CD2ED4E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8DC290-3E16-12A1-EEAC-77D11DF42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6429-42D3-44C8-8F0D-31CEA08DFCA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8088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25D26-14A7-4671-68F2-E566699BC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3DF8CC-1B50-11C6-22A7-D399357B09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E0DBF2-C2D2-6691-568F-8D92E057EC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4E58A9-CF64-2526-0E76-8E6ECFBE1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006B7-1E5C-4C7A-9265-D160BDCD4B9B}" type="datetimeFigureOut">
              <a:rPr lang="en-IN" smtClean="0"/>
              <a:t>20-11-2025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6F0755-F27A-95B6-0A02-2E01B0874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A11969-9EE5-4009-1C40-426FAB8D3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6429-42D3-44C8-8F0D-31CEA08DFCA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3317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23B58-B124-6E13-601C-A3F99A055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769B66-BB37-8893-5A15-737DFBBEAE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36A2D-4B00-0F8C-7ABE-508BF22C3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006B7-1E5C-4C7A-9265-D160BDCD4B9B}" type="datetimeFigureOut">
              <a:rPr lang="en-IN" smtClean="0"/>
              <a:t>20-11-2025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236563-A3FE-483C-633E-89AF5D8D4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270C15-5401-04D9-D1FC-A19086997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6429-42D3-44C8-8F0D-31CEA08DFCA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6485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B947FF-B132-57E8-C903-B8470E7E04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A238B4-40A7-B228-0F18-751A5F45DF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EB2458-67A2-1A30-B8AE-7C60EE7B5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006B7-1E5C-4C7A-9265-D160BDCD4B9B}" type="datetimeFigureOut">
              <a:rPr lang="en-IN" smtClean="0"/>
              <a:t>20-11-2025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3FC3D-E5A4-2056-DD13-179879C4D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D22DE3-D143-9848-6E9F-DDFA7061B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6429-42D3-44C8-8F0D-31CEA08DFCA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0895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BFCC49-FC43-D913-ADA1-BA71F921E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5C0ABE-8D74-762E-18E4-B41D889240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1CCE7-2F1B-DAC2-913B-E631F48588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F006B7-1E5C-4C7A-9265-D160BDCD4B9B}" type="datetimeFigureOut">
              <a:rPr lang="en-IN" smtClean="0"/>
              <a:t>20-11-2025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72504B-CC7B-7B06-C418-77ABAF1827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8E65E-77AB-62B4-E441-E184DB2AEA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1C6429-42D3-44C8-8F0D-31CEA08DFCA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6487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41E81-5CDA-73D6-A989-2329EF9FC2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Fake News Blocker </a:t>
            </a:r>
            <a:endParaRPr lang="en-IN" dirty="0">
              <a:latin typeface="Calibri bold" panose="020F0702030404030204" pitchFamily="34" charset="0"/>
              <a:ea typeface="Calibri bold" panose="020F0702030404030204" pitchFamily="34" charset="0"/>
              <a:cs typeface="Calibri bold" panose="020F07020304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E8C183-6B56-B473-50C8-0B41786CA9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AI-Based Fake News Classification System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– Vinayak, Sai, Hardik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Exploration in AI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3849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973079C-D784-3409-7B3B-0FA71DCA88F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0413" b="1458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E2BCF7-2CD9-99F0-36EB-D568CFC60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dirty="0"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Introduction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A9A31E9-1683-963D-22B9-8FAFF1AC40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995144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44048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75AF656-0B6F-C06C-D4A9-6B87F8CCAD5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41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26DE7A-BD1E-0014-BC5E-BF83913D1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dirty="0"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Problem Statement</a:t>
            </a:r>
          </a:p>
        </p:txBody>
      </p:sp>
      <p:graphicFrame>
        <p:nvGraphicFramePr>
          <p:cNvPr id="7" name="Rectangle 2">
            <a:extLst>
              <a:ext uri="{FF2B5EF4-FFF2-40B4-BE49-F238E27FC236}">
                <a16:creationId xmlns:a16="http://schemas.microsoft.com/office/drawing/2014/main" id="{5442CF84-71C2-63BC-AAB3-FA6EB3280B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788160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07348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99964A-CBB0-2355-B644-1A49E2D1E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n-IN" sz="4800" dirty="0"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Dataset Description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F0E6B95-AC37-841B-ABB4-E7890BA85E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54295" y="502920"/>
            <a:ext cx="6894576" cy="146304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includes Fake.csv and True.csv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Fake = 1, Real = 0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Combined total ≈ 45,000 articles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 column used for classification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5BF5DA1-BFEF-76E8-19E1-77635778B3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936" y="2393644"/>
            <a:ext cx="10917936" cy="3753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183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2555D81-7893-F6EF-B62B-9AA10FE3C7C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65BB29-BBD5-7CC1-6575-E554E29AF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dirty="0"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Data Preprocessing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AE036082-7CF1-73EB-13B4-A1386FA854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372919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545234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1863E3-7E9F-9236-2AAD-3D6CB2653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IN" sz="4600" dirty="0"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Data Visualization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D8F60CD-176F-21B7-7CF8-D5003B8851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0936" y="2807208"/>
            <a:ext cx="3429000" cy="341071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Plotted Fake vs Real distribution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understand class balance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Useful before model training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1F5A8E-2D83-8165-403F-25B4E58BAB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045" y="640080"/>
            <a:ext cx="6886222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136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7A2AEE-8CC3-4E09-3C84-B79BC33F9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IN" sz="4000" dirty="0">
                <a:solidFill>
                  <a:srgbClr val="FFFFFF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Feature Extraction (TF-IDF)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A8EC3E46-1041-A4C4-1A31-DB8C7432B8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188076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16912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0408DD5-A0FA-C597-5C5E-40ABB37F19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635" b="141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6802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D378EF-CF3C-36D1-9643-8A9F71A23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dirty="0"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Model Used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63F97C68-5268-7D30-8CFB-670FE339B6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475879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80844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504C6-AB59-793D-A479-82D35D5C9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Model Accuracy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36BBE-AC50-7971-A6E8-7B48A1557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Achieved accuracy: </a:t>
            </a:r>
            <a:r>
              <a:rPr lang="en-US" b="1" dirty="0"/>
              <a:t>≈ 98.9%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Very strong generalization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Minimal misclassifications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EF61F0-0149-8291-37A2-E36E6D7D2D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216" y="3781690"/>
            <a:ext cx="10515600" cy="1478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0161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39A5CA-B299-5A15-97C0-BCC7A1CC1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823"/>
            <a:ext cx="3419856" cy="5583148"/>
          </a:xfrm>
        </p:spPr>
        <p:txBody>
          <a:bodyPr anchor="ctr">
            <a:normAutofit/>
          </a:bodyPr>
          <a:lstStyle/>
          <a:p>
            <a:r>
              <a:rPr lang="en-IN" sz="4600" dirty="0"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Classification Report</a:t>
            </a: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267200" y="630936"/>
            <a:ext cx="18288" cy="5590381"/>
          </a:xfrm>
          <a:custGeom>
            <a:avLst/>
            <a:gdLst>
              <a:gd name="connsiteX0" fmla="*/ 0 w 18288"/>
              <a:gd name="connsiteY0" fmla="*/ 0 h 5590381"/>
              <a:gd name="connsiteX1" fmla="*/ 18288 w 18288"/>
              <a:gd name="connsiteY1" fmla="*/ 0 h 5590381"/>
              <a:gd name="connsiteX2" fmla="*/ 18288 w 18288"/>
              <a:gd name="connsiteY2" fmla="*/ 754701 h 5590381"/>
              <a:gd name="connsiteX3" fmla="*/ 18288 w 18288"/>
              <a:gd name="connsiteY3" fmla="*/ 1565307 h 5590381"/>
              <a:gd name="connsiteX4" fmla="*/ 18288 w 18288"/>
              <a:gd name="connsiteY4" fmla="*/ 2152297 h 5590381"/>
              <a:gd name="connsiteX5" fmla="*/ 18288 w 18288"/>
              <a:gd name="connsiteY5" fmla="*/ 2906998 h 5590381"/>
              <a:gd name="connsiteX6" fmla="*/ 18288 w 18288"/>
              <a:gd name="connsiteY6" fmla="*/ 3549892 h 5590381"/>
              <a:gd name="connsiteX7" fmla="*/ 18288 w 18288"/>
              <a:gd name="connsiteY7" fmla="*/ 4080978 h 5590381"/>
              <a:gd name="connsiteX8" fmla="*/ 18288 w 18288"/>
              <a:gd name="connsiteY8" fmla="*/ 4835680 h 5590381"/>
              <a:gd name="connsiteX9" fmla="*/ 18288 w 18288"/>
              <a:gd name="connsiteY9" fmla="*/ 5590381 h 5590381"/>
              <a:gd name="connsiteX10" fmla="*/ 0 w 18288"/>
              <a:gd name="connsiteY10" fmla="*/ 5590381 h 5590381"/>
              <a:gd name="connsiteX11" fmla="*/ 0 w 18288"/>
              <a:gd name="connsiteY11" fmla="*/ 4835680 h 5590381"/>
              <a:gd name="connsiteX12" fmla="*/ 0 w 18288"/>
              <a:gd name="connsiteY12" fmla="*/ 4304593 h 5590381"/>
              <a:gd name="connsiteX13" fmla="*/ 0 w 18288"/>
              <a:gd name="connsiteY13" fmla="*/ 3773507 h 5590381"/>
              <a:gd name="connsiteX14" fmla="*/ 0 w 18288"/>
              <a:gd name="connsiteY14" fmla="*/ 3186517 h 5590381"/>
              <a:gd name="connsiteX15" fmla="*/ 0 w 18288"/>
              <a:gd name="connsiteY15" fmla="*/ 2487720 h 5590381"/>
              <a:gd name="connsiteX16" fmla="*/ 0 w 18288"/>
              <a:gd name="connsiteY16" fmla="*/ 1956633 h 5590381"/>
              <a:gd name="connsiteX17" fmla="*/ 0 w 18288"/>
              <a:gd name="connsiteY17" fmla="*/ 1425547 h 5590381"/>
              <a:gd name="connsiteX18" fmla="*/ 0 w 18288"/>
              <a:gd name="connsiteY18" fmla="*/ 614942 h 5590381"/>
              <a:gd name="connsiteX19" fmla="*/ 0 w 18288"/>
              <a:gd name="connsiteY19" fmla="*/ 0 h 559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8288" h="5590381" fill="none" extrusionOk="0">
                <a:moveTo>
                  <a:pt x="0" y="0"/>
                </a:moveTo>
                <a:cubicBezTo>
                  <a:pt x="7726" y="-435"/>
                  <a:pt x="14198" y="437"/>
                  <a:pt x="18288" y="0"/>
                </a:cubicBezTo>
                <a:cubicBezTo>
                  <a:pt x="-5226" y="225076"/>
                  <a:pt x="46275" y="562283"/>
                  <a:pt x="18288" y="754701"/>
                </a:cubicBezTo>
                <a:cubicBezTo>
                  <a:pt x="-9699" y="947119"/>
                  <a:pt x="30081" y="1239251"/>
                  <a:pt x="18288" y="1565307"/>
                </a:cubicBezTo>
                <a:cubicBezTo>
                  <a:pt x="6495" y="1891363"/>
                  <a:pt x="7160" y="1999140"/>
                  <a:pt x="18288" y="2152297"/>
                </a:cubicBezTo>
                <a:cubicBezTo>
                  <a:pt x="29417" y="2305454"/>
                  <a:pt x="28705" y="2598333"/>
                  <a:pt x="18288" y="2906998"/>
                </a:cubicBezTo>
                <a:cubicBezTo>
                  <a:pt x="7871" y="3215663"/>
                  <a:pt x="35263" y="3327412"/>
                  <a:pt x="18288" y="3549892"/>
                </a:cubicBezTo>
                <a:cubicBezTo>
                  <a:pt x="1313" y="3772372"/>
                  <a:pt x="38561" y="3843836"/>
                  <a:pt x="18288" y="4080978"/>
                </a:cubicBezTo>
                <a:cubicBezTo>
                  <a:pt x="-1985" y="4318120"/>
                  <a:pt x="-3806" y="4511166"/>
                  <a:pt x="18288" y="4835680"/>
                </a:cubicBezTo>
                <a:cubicBezTo>
                  <a:pt x="40382" y="5160194"/>
                  <a:pt x="-13070" y="5401748"/>
                  <a:pt x="18288" y="5590381"/>
                </a:cubicBezTo>
                <a:cubicBezTo>
                  <a:pt x="12010" y="5589863"/>
                  <a:pt x="6799" y="5589982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8288" h="5590381" stroke="0" extrusionOk="0">
                <a:moveTo>
                  <a:pt x="0" y="0"/>
                </a:moveTo>
                <a:cubicBezTo>
                  <a:pt x="5871" y="848"/>
                  <a:pt x="11713" y="-200"/>
                  <a:pt x="18288" y="0"/>
                </a:cubicBezTo>
                <a:cubicBezTo>
                  <a:pt x="41141" y="165299"/>
                  <a:pt x="3613" y="427555"/>
                  <a:pt x="18288" y="698798"/>
                </a:cubicBezTo>
                <a:cubicBezTo>
                  <a:pt x="32963" y="970041"/>
                  <a:pt x="19680" y="1226199"/>
                  <a:pt x="18288" y="1397595"/>
                </a:cubicBezTo>
                <a:cubicBezTo>
                  <a:pt x="16896" y="1568991"/>
                  <a:pt x="38798" y="1794517"/>
                  <a:pt x="18288" y="2152297"/>
                </a:cubicBezTo>
                <a:cubicBezTo>
                  <a:pt x="-2222" y="2510077"/>
                  <a:pt x="40846" y="2594424"/>
                  <a:pt x="18288" y="2739287"/>
                </a:cubicBezTo>
                <a:cubicBezTo>
                  <a:pt x="-4270" y="2884150"/>
                  <a:pt x="27117" y="3129706"/>
                  <a:pt x="18288" y="3493988"/>
                </a:cubicBezTo>
                <a:cubicBezTo>
                  <a:pt x="9459" y="3858270"/>
                  <a:pt x="54201" y="4041447"/>
                  <a:pt x="18288" y="4304593"/>
                </a:cubicBezTo>
                <a:cubicBezTo>
                  <a:pt x="-17625" y="4567740"/>
                  <a:pt x="49627" y="5149125"/>
                  <a:pt x="18288" y="5590381"/>
                </a:cubicBezTo>
                <a:cubicBezTo>
                  <a:pt x="10860" y="5590744"/>
                  <a:pt x="7568" y="5590157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62C3EAE9-9B9C-4CAE-DD87-A5A38F15C8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1255395"/>
            <a:ext cx="6894576" cy="2664714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28B16D66-DB98-E7C5-2BD6-AF659C310A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54296" y="4798577"/>
            <a:ext cx="6894576" cy="14284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precision, recall, and F1-score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Balanced performance across classes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Indicates strong model reliability</a:t>
            </a:r>
          </a:p>
        </p:txBody>
      </p:sp>
    </p:spTree>
    <p:extLst>
      <p:ext uri="{BB962C8B-B14F-4D97-AF65-F5344CB8AC3E}">
        <p14:creationId xmlns:p14="http://schemas.microsoft.com/office/powerpoint/2010/main" val="3945701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B0B551-AD46-ABF8-B381-172762269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IN" sz="5400" dirty="0"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Confusion Matrix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FCE3440-6842-8B9F-AEF9-4E16B01A4C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0936" y="2807208"/>
            <a:ext cx="3429000" cy="341071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Shows correct vs incorrect predictions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true positives and true negatives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Very few classification errors</a:t>
            </a:r>
          </a:p>
        </p:txBody>
      </p:sp>
      <p:pic>
        <p:nvPicPr>
          <p:cNvPr id="6" name="Picture 5" descr="A blue squares with numbers and a white background&#10;&#10;Description automatically generated">
            <a:extLst>
              <a:ext uri="{FF2B5EF4-FFF2-40B4-BE49-F238E27FC236}">
                <a16:creationId xmlns:a16="http://schemas.microsoft.com/office/drawing/2014/main" id="{F4CEC6BD-DBDA-45B7-A389-E1FE93A43D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814216"/>
            <a:ext cx="6903720" cy="5229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2761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44450-57FF-953B-C325-24833121F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Saving the Model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60818F1-B5C3-40C1-C069-9B3DBC4960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02223"/>
            <a:ext cx="5076454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Saved model using pickle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Saved vectorizer for deployment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Files generated: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fake_news_model.pkl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vectorizer.pkl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5DEE87-AEE7-32E8-0908-B406527432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306" y="4252839"/>
            <a:ext cx="11001494" cy="779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0254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0C9CE-52FD-B920-3378-8FB90D15C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Testing Script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4FE2EDA-C725-D510-4628-FA56BB0592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11171"/>
            <a:ext cx="6158545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test_fake_news.py validates predictions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Useful for manual testing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Confirms model performance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A7E7B2-9DD3-5273-05F3-E3A1151128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209" y="3369580"/>
            <a:ext cx="8722901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6029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ACB7C-A734-C768-E15C-ABF1A84EE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Flask Deployment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D160911-EFC3-2BEC-2CEE-A67C79ACFB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43087" y="1479997"/>
            <a:ext cx="5252913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Deployed on localhost using Flask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Runs on: http://127.0.0.1:5000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Simple UI for predictions</a:t>
            </a:r>
          </a:p>
        </p:txBody>
      </p:sp>
      <p:pic>
        <p:nvPicPr>
          <p:cNvPr id="8" name="Picture 7" descr="A screen shot of a computer&#10;&#10;Description automatically generated">
            <a:extLst>
              <a:ext uri="{FF2B5EF4-FFF2-40B4-BE49-F238E27FC236}">
                <a16:creationId xmlns:a16="http://schemas.microsoft.com/office/drawing/2014/main" id="{548BD22C-C7F0-9CBD-F839-B5BC6E40BC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24283"/>
            <a:ext cx="12192000" cy="2464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6562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FDA4D3-81E5-A29F-6160-A41CA5133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IN" sz="5400"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Website UI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0B6DE51-94FB-A30C-C130-06FDC88701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0936" y="2807208"/>
            <a:ext cx="3429000" cy="341071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Clean interface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 input + Predict button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User-friendly layout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9AC02C9E-6D8C-317C-1892-459661252A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1323366"/>
            <a:ext cx="6903720" cy="4211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4550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EDE89D-DB7E-F5A3-B1F0-22C3EB993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IN" sz="5400"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Prediction Output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2DFD2EC-512C-F771-48E7-03065A969B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0936" y="2807208"/>
            <a:ext cx="3429000" cy="341071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classification displayed clearly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Fake → Alert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 → Safe</a:t>
            </a:r>
          </a:p>
        </p:txBody>
      </p:sp>
      <p:pic>
        <p:nvPicPr>
          <p:cNvPr id="6" name="Picture 5" descr="A screenshot of a fake news blocker&#10;&#10;Description automatically generated">
            <a:extLst>
              <a:ext uri="{FF2B5EF4-FFF2-40B4-BE49-F238E27FC236}">
                <a16:creationId xmlns:a16="http://schemas.microsoft.com/office/drawing/2014/main" id="{87930D6A-EEA7-776B-D656-C8E08AA155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1245699"/>
            <a:ext cx="6903720" cy="4366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8007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469FE7-8023-FB7E-20E1-500E5912C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n-IN" sz="4800"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GitHub Repository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E92678-8A02-4ECB-7F3E-F2E3689E26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Contains all required project files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Organized folder structure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Easy to replicate the project</a:t>
            </a:r>
          </a:p>
          <a:p>
            <a:endParaRPr lang="en-IN" sz="2200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DB021E80-DB21-7803-8CCF-09BA0DE515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15" y="2290936"/>
            <a:ext cx="9898378" cy="395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4842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black background with many small colored lines&#10;&#10;Description automatically generated with medium confidence">
            <a:extLst>
              <a:ext uri="{FF2B5EF4-FFF2-40B4-BE49-F238E27FC236}">
                <a16:creationId xmlns:a16="http://schemas.microsoft.com/office/drawing/2014/main" id="{B38011D4-24D9-572D-20F6-42329D9815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670558"/>
            <a:ext cx="10905066" cy="3516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2883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3A06F8-36B6-22C5-095F-9456C0398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en-IN">
                <a:solidFill>
                  <a:srgbClr val="FFFFFF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Conclusion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956CC734-B281-0215-C710-21ADB6A91E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0736402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103588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A0E8DFC-86D2-4AB4-B208-E5B564466AD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2420" b="331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26E6A9-1D87-BF84-D928-8D4AAC54B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Future Scope</a:t>
            </a:r>
            <a:endParaRPr lang="en-IN" dirty="0">
              <a:latin typeface="Calibri bold" panose="020F0702030404030204" pitchFamily="34" charset="0"/>
              <a:ea typeface="Calibri bold" panose="020F0702030404030204" pitchFamily="34" charset="0"/>
              <a:cs typeface="Calibri bold" panose="020F0702030404030204" pitchFamily="34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47FEC84-DA5B-1B7D-A3BF-3169C8D339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190349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619332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0660D6-B869-5FC4-5329-7CF3095A0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BA7C5FD7-293D-C2C0-7074-5922FF29A0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1084608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B8480518DB7444A965844965BC2A6B" ma:contentTypeVersion="4" ma:contentTypeDescription="Create a new document." ma:contentTypeScope="" ma:versionID="0e1b7e2c8855c3378498219253117240">
  <xsd:schema xmlns:xsd="http://www.w3.org/2001/XMLSchema" xmlns:xs="http://www.w3.org/2001/XMLSchema" xmlns:p="http://schemas.microsoft.com/office/2006/metadata/properties" xmlns:ns3="a20cfb1c-80ee-4709-ab24-06efce1f01b6" targetNamespace="http://schemas.microsoft.com/office/2006/metadata/properties" ma:root="true" ma:fieldsID="32666ea086880d4afc77c0c000899dad" ns3:_="">
    <xsd:import namespace="a20cfb1c-80ee-4709-ab24-06efce1f01b6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0cfb1c-80ee-4709-ab24-06efce1f01b6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1217CB3-D676-4136-BDDC-9E148ABD022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B0FF1D1-AE11-4BC4-9185-145C9BDED0E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20cfb1c-80ee-4709-ab24-06efce1f01b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DC0FCE5-E251-4393-80F1-0ABBFE617C48}">
  <ds:schemaRefs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purl.org/dc/terms/"/>
    <ds:schemaRef ds:uri="http://schemas.microsoft.com/office/2006/metadata/properties"/>
    <ds:schemaRef ds:uri="http://www.w3.org/XML/1998/namespace"/>
    <ds:schemaRef ds:uri="a20cfb1c-80ee-4709-ab24-06efce1f01b6"/>
    <ds:schemaRef ds:uri="http://schemas.openxmlformats.org/package/2006/metadata/core-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354</Words>
  <Application>Microsoft Office PowerPoint</Application>
  <PresentationFormat>Widescreen</PresentationFormat>
  <Paragraphs>91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Calibri bold</vt:lpstr>
      <vt:lpstr>Office Theme</vt:lpstr>
      <vt:lpstr>Fake News Blocker </vt:lpstr>
      <vt:lpstr>Introduction</vt:lpstr>
      <vt:lpstr>Problem Statement</vt:lpstr>
      <vt:lpstr>Dataset Description</vt:lpstr>
      <vt:lpstr>Data Preprocessing</vt:lpstr>
      <vt:lpstr>Data Visualization</vt:lpstr>
      <vt:lpstr>Feature Extraction (TF-IDF)</vt:lpstr>
      <vt:lpstr>Model Used</vt:lpstr>
      <vt:lpstr>Model Accuracy</vt:lpstr>
      <vt:lpstr>Classification Report</vt:lpstr>
      <vt:lpstr>Confusion Matrix</vt:lpstr>
      <vt:lpstr>Saving the Model</vt:lpstr>
      <vt:lpstr>Testing Script</vt:lpstr>
      <vt:lpstr>Flask Deployment</vt:lpstr>
      <vt:lpstr>Website UI</vt:lpstr>
      <vt:lpstr>Prediction Output</vt:lpstr>
      <vt:lpstr>GitHub Repository</vt:lpstr>
      <vt:lpstr>PowerPoint Presentation</vt:lpstr>
      <vt:lpstr>Conclusion</vt:lpstr>
      <vt:lpstr>Future Scope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Fake News Blocker </dc:title>
  <dc:creator>vinayak jain</dc:creator>
  <cp:lastModifiedBy>vinayak jain</cp:lastModifiedBy>
  <cp:revision>1</cp:revision>
  <dcterms:created xsi:type="dcterms:W3CDTF">2025-11-20T06:41:06Z</dcterms:created>
  <dcterms:modified xsi:type="dcterms:W3CDTF">2025-11-20T12:39:06Z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0x010100D0B8480518DB7444A965844965BC2A6B</vt:lpwstr>
  </property>
</Properties>
</file>